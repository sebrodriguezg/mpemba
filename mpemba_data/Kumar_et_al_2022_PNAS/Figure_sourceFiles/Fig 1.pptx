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00" r:id="rId1"/>
  </p:sldMasterIdLst>
  <p:notesMasterIdLst>
    <p:notesMasterId r:id="rId3"/>
  </p:notesMasterIdLst>
  <p:sldIdLst>
    <p:sldId id="256" r:id="rId2"/>
  </p:sldIdLst>
  <p:sldSz cx="6840538" cy="3240088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libri Light" panose="020F0302020204030204" pitchFamily="34" charset="0"/>
      <p:regular r:id="rId8"/>
      <p: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18" userDrawn="1">
          <p15:clr>
            <a:srgbClr val="A4A3A4"/>
          </p15:clr>
        </p15:guide>
        <p15:guide id="2" pos="21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235" y="101"/>
      </p:cViewPr>
      <p:guideLst>
        <p:guide orient="horz" pos="1018"/>
        <p:guide pos="21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67E5E-5A82-4607-98C4-45A897A237BB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" y="1143000"/>
            <a:ext cx="6515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1B00-3888-4C63-A227-3D5CF662D1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172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2386" rtl="0" eaLnBrk="1" latinLnBrk="0" hangingPunct="1">
      <a:defRPr sz="1565" kern="1200">
        <a:solidFill>
          <a:schemeClr val="tx1"/>
        </a:solidFill>
        <a:latin typeface="+mn-lt"/>
        <a:ea typeface="+mn-ea"/>
        <a:cs typeface="+mn-cs"/>
      </a:defRPr>
    </a:lvl1pPr>
    <a:lvl2pPr marL="596192" algn="l" defTabSz="1192386" rtl="0" eaLnBrk="1" latinLnBrk="0" hangingPunct="1">
      <a:defRPr sz="1565" kern="1200">
        <a:solidFill>
          <a:schemeClr val="tx1"/>
        </a:solidFill>
        <a:latin typeface="+mn-lt"/>
        <a:ea typeface="+mn-ea"/>
        <a:cs typeface="+mn-cs"/>
      </a:defRPr>
    </a:lvl2pPr>
    <a:lvl3pPr marL="1192386" algn="l" defTabSz="1192386" rtl="0" eaLnBrk="1" latinLnBrk="0" hangingPunct="1">
      <a:defRPr sz="1565" kern="1200">
        <a:solidFill>
          <a:schemeClr val="tx1"/>
        </a:solidFill>
        <a:latin typeface="+mn-lt"/>
        <a:ea typeface="+mn-ea"/>
        <a:cs typeface="+mn-cs"/>
      </a:defRPr>
    </a:lvl3pPr>
    <a:lvl4pPr marL="1788577" algn="l" defTabSz="1192386" rtl="0" eaLnBrk="1" latinLnBrk="0" hangingPunct="1">
      <a:defRPr sz="1565" kern="1200">
        <a:solidFill>
          <a:schemeClr val="tx1"/>
        </a:solidFill>
        <a:latin typeface="+mn-lt"/>
        <a:ea typeface="+mn-ea"/>
        <a:cs typeface="+mn-cs"/>
      </a:defRPr>
    </a:lvl4pPr>
    <a:lvl5pPr marL="2384769" algn="l" defTabSz="1192386" rtl="0" eaLnBrk="1" latinLnBrk="0" hangingPunct="1">
      <a:defRPr sz="1565" kern="1200">
        <a:solidFill>
          <a:schemeClr val="tx1"/>
        </a:solidFill>
        <a:latin typeface="+mn-lt"/>
        <a:ea typeface="+mn-ea"/>
        <a:cs typeface="+mn-cs"/>
      </a:defRPr>
    </a:lvl5pPr>
    <a:lvl6pPr marL="2980959" algn="l" defTabSz="1192386" rtl="0" eaLnBrk="1" latinLnBrk="0" hangingPunct="1">
      <a:defRPr sz="1565" kern="1200">
        <a:solidFill>
          <a:schemeClr val="tx1"/>
        </a:solidFill>
        <a:latin typeface="+mn-lt"/>
        <a:ea typeface="+mn-ea"/>
        <a:cs typeface="+mn-cs"/>
      </a:defRPr>
    </a:lvl6pPr>
    <a:lvl7pPr marL="3577152" algn="l" defTabSz="1192386" rtl="0" eaLnBrk="1" latinLnBrk="0" hangingPunct="1">
      <a:defRPr sz="1565" kern="1200">
        <a:solidFill>
          <a:schemeClr val="tx1"/>
        </a:solidFill>
        <a:latin typeface="+mn-lt"/>
        <a:ea typeface="+mn-ea"/>
        <a:cs typeface="+mn-cs"/>
      </a:defRPr>
    </a:lvl7pPr>
    <a:lvl8pPr marL="4173344" algn="l" defTabSz="1192386" rtl="0" eaLnBrk="1" latinLnBrk="0" hangingPunct="1">
      <a:defRPr sz="1565" kern="1200">
        <a:solidFill>
          <a:schemeClr val="tx1"/>
        </a:solidFill>
        <a:latin typeface="+mn-lt"/>
        <a:ea typeface="+mn-ea"/>
        <a:cs typeface="+mn-cs"/>
      </a:defRPr>
    </a:lvl8pPr>
    <a:lvl9pPr marL="4769536" algn="l" defTabSz="1192386" rtl="0" eaLnBrk="1" latinLnBrk="0" hangingPunct="1">
      <a:defRPr sz="156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067" y="530266"/>
            <a:ext cx="5130404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1701797"/>
            <a:ext cx="5130404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292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764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4" y="807773"/>
            <a:ext cx="5899964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4" y="2168310"/>
            <a:ext cx="5899964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9876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8" y="862523"/>
            <a:ext cx="2907229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4" y="862523"/>
            <a:ext cx="2907229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120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172505"/>
            <a:ext cx="5899964" cy="6262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8" y="794272"/>
            <a:ext cx="2893868" cy="389259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8" y="1183533"/>
            <a:ext cx="2893868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2" y="794272"/>
            <a:ext cx="2908120" cy="389259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2" y="1183533"/>
            <a:ext cx="2908120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129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576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446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80" y="216006"/>
            <a:ext cx="2206251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466514"/>
            <a:ext cx="3463022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80" y="972027"/>
            <a:ext cx="2206251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952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80" y="216006"/>
            <a:ext cx="2206251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466514"/>
            <a:ext cx="3463022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80" y="972027"/>
            <a:ext cx="2206251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970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817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2" y="172505"/>
            <a:ext cx="1474991" cy="2745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7" y="172505"/>
            <a:ext cx="4339466" cy="2745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085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172505"/>
            <a:ext cx="5899964" cy="626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862523"/>
            <a:ext cx="5899964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9" y="3003083"/>
            <a:ext cx="153912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66C3A-0D7E-46EE-8523-80EB426812EE}" type="datetimeFigureOut">
              <a:rPr lang="en-CA" smtClean="0"/>
              <a:t>2021-11-22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3003083"/>
            <a:ext cx="2308682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2" y="3003083"/>
            <a:ext cx="153912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D9B9F-EEB5-45B4-8A01-5702B42E64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794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D3F49B5-DD44-4A31-91FC-82A0B57FF47F}"/>
              </a:ext>
            </a:extLst>
          </p:cNvPr>
          <p:cNvSpPr/>
          <p:nvPr/>
        </p:nvSpPr>
        <p:spPr>
          <a:xfrm>
            <a:off x="32314" y="76156"/>
            <a:ext cx="3837600" cy="3044991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0E8B5B1-2A25-4BCA-8585-A550971D03E2}"/>
              </a:ext>
            </a:extLst>
          </p:cNvPr>
          <p:cNvGrpSpPr/>
          <p:nvPr/>
        </p:nvGrpSpPr>
        <p:grpSpPr>
          <a:xfrm>
            <a:off x="50243" y="76158"/>
            <a:ext cx="3846870" cy="3032565"/>
            <a:chOff x="32316" y="80640"/>
            <a:chExt cx="3846870" cy="303256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1A34B95-76EC-44EE-8179-F1B4F678CED0}"/>
                </a:ext>
              </a:extLst>
            </p:cNvPr>
            <p:cNvGrpSpPr/>
            <p:nvPr/>
          </p:nvGrpSpPr>
          <p:grpSpPr>
            <a:xfrm>
              <a:off x="193023" y="180666"/>
              <a:ext cx="3686163" cy="2932539"/>
              <a:chOff x="65010" y="124230"/>
              <a:chExt cx="3686163" cy="2932539"/>
            </a:xfrm>
          </p:grpSpPr>
          <p:sp>
            <p:nvSpPr>
              <p:cNvPr id="236" name="Flowchart: Delay 11">
                <a:extLst>
                  <a:ext uri="{FF2B5EF4-FFF2-40B4-BE49-F238E27FC236}">
                    <a16:creationId xmlns:a16="http://schemas.microsoft.com/office/drawing/2014/main" id="{48B1653E-A3B1-4F1C-ACBE-DB5FC79403CB}"/>
                  </a:ext>
                </a:extLst>
              </p:cNvPr>
              <p:cNvSpPr/>
              <p:nvPr/>
            </p:nvSpPr>
            <p:spPr>
              <a:xfrm rot="10800000">
                <a:off x="3186805" y="1720419"/>
                <a:ext cx="74530" cy="299807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10AB6597-B9AA-4536-8C94-B4EFBCC554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71023" y="1912618"/>
                <a:ext cx="608106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54837568-A31C-4661-9C36-E283723F34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55927" y="1825772"/>
                <a:ext cx="523203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8C5DCF87-DB0E-4516-AC43-97BF13A47F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47393" y="1825769"/>
                <a:ext cx="531737" cy="0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8" name="Group 447">
                <a:extLst>
                  <a:ext uri="{FF2B5EF4-FFF2-40B4-BE49-F238E27FC236}">
                    <a16:creationId xmlns:a16="http://schemas.microsoft.com/office/drawing/2014/main" id="{12783F92-75DE-4FE5-9943-F8B7C82C44B7}"/>
                  </a:ext>
                </a:extLst>
              </p:cNvPr>
              <p:cNvGrpSpPr/>
              <p:nvPr/>
            </p:nvGrpSpPr>
            <p:grpSpPr>
              <a:xfrm>
                <a:off x="2138119" y="2176709"/>
                <a:ext cx="235446" cy="256964"/>
                <a:chOff x="2559268" y="2261065"/>
                <a:chExt cx="266859" cy="262272"/>
              </a:xfrm>
            </p:grpSpPr>
            <p:sp>
              <p:nvSpPr>
                <p:cNvPr id="478" name="Rectangle: Rounded Corners 477">
                  <a:extLst>
                    <a:ext uri="{FF2B5EF4-FFF2-40B4-BE49-F238E27FC236}">
                      <a16:creationId xmlns:a16="http://schemas.microsoft.com/office/drawing/2014/main" id="{37F97928-4848-4D4B-BBD2-78537C1DC236}"/>
                    </a:ext>
                  </a:extLst>
                </p:cNvPr>
                <p:cNvSpPr/>
                <p:nvPr/>
              </p:nvSpPr>
              <p:spPr>
                <a:xfrm>
                  <a:off x="2559268" y="2261065"/>
                  <a:ext cx="266859" cy="262272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CA" sz="782"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A412FF78-6DBF-42A3-AF29-0E61D98168D8}"/>
                    </a:ext>
                  </a:extLst>
                </p:cNvPr>
                <p:cNvSpPr/>
                <p:nvPr/>
              </p:nvSpPr>
              <p:spPr>
                <a:xfrm>
                  <a:off x="2597757" y="2321198"/>
                  <a:ext cx="128554" cy="14200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CA" sz="782"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BF559F4A-032A-4EDA-A3C0-2C49EE50E2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5719" y="1911979"/>
                <a:ext cx="0" cy="843504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F027CBB2-8A19-42CF-839F-3B5551E0F7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6073" y="1813732"/>
                <a:ext cx="0" cy="865819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F13AB9C5-A475-4645-B18D-0049071FBDAD}"/>
                  </a:ext>
                </a:extLst>
              </p:cNvPr>
              <p:cNvCxnSpPr/>
              <p:nvPr/>
            </p:nvCxnSpPr>
            <p:spPr>
              <a:xfrm rot="10800000">
                <a:off x="1721748" y="898091"/>
                <a:ext cx="0" cy="357527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29B197A2-CCC8-4B81-964D-57B9F9E5D0AD}"/>
                  </a:ext>
                </a:extLst>
              </p:cNvPr>
              <p:cNvCxnSpPr/>
              <p:nvPr/>
            </p:nvCxnSpPr>
            <p:spPr>
              <a:xfrm rot="10800000">
                <a:off x="1759137" y="877496"/>
                <a:ext cx="0" cy="357527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2A324B0-DCD9-4043-B4FC-1CC6560B8804}"/>
                  </a:ext>
                </a:extLst>
              </p:cNvPr>
              <p:cNvCxnSpPr/>
              <p:nvPr/>
            </p:nvCxnSpPr>
            <p:spPr>
              <a:xfrm rot="5400000">
                <a:off x="264099" y="57503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12BF2B4-8254-40DD-9CF1-DA262A0D93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701" y="662115"/>
                <a:ext cx="0" cy="588781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79DA26E-056C-4BB2-8B27-1A1AE48F81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3569" y="670331"/>
                <a:ext cx="0" cy="536291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6F54250-48F3-4B26-B44B-18246B8E77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1759" y="663556"/>
                <a:ext cx="563426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328B09F-0D64-413D-BF5A-17FD5746E9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0929" y="712437"/>
                <a:ext cx="574920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2D6D3A9-084B-4E51-8318-5F2B60B04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481" y="1205021"/>
                <a:ext cx="404843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450A0F1E-3306-4080-AF79-8625A98AC9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790" y="1248241"/>
                <a:ext cx="367534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5799B34-03D3-4479-B327-33CC3C339202}"/>
                  </a:ext>
                </a:extLst>
              </p:cNvPr>
              <p:cNvCxnSpPr>
                <a:cxnSpLocks/>
              </p:cNvCxnSpPr>
              <p:nvPr/>
            </p:nvCxnSpPr>
            <p:spPr>
              <a:xfrm rot="21480000">
                <a:off x="185741" y="1135481"/>
                <a:ext cx="177716" cy="181284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6825A6D-3C7E-493F-B0BE-F5EF5AFB91D3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" flipV="1">
                <a:off x="189372" y="557090"/>
                <a:ext cx="171888" cy="223767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3" name="Group 452">
                <a:extLst>
                  <a:ext uri="{FF2B5EF4-FFF2-40B4-BE49-F238E27FC236}">
                    <a16:creationId xmlns:a16="http://schemas.microsoft.com/office/drawing/2014/main" id="{8953B2F7-F911-4743-BE01-9CAE2D0C38FA}"/>
                  </a:ext>
                </a:extLst>
              </p:cNvPr>
              <p:cNvGrpSpPr/>
              <p:nvPr/>
            </p:nvGrpSpPr>
            <p:grpSpPr>
              <a:xfrm>
                <a:off x="805213" y="1017005"/>
                <a:ext cx="0" cy="426601"/>
                <a:chOff x="1005812" y="1081183"/>
                <a:chExt cx="0" cy="435413"/>
              </a:xfrm>
            </p:grpSpPr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6FF7FAD5-1B2A-4388-B260-4551B6CAD5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5812" y="1081183"/>
                  <a:ext cx="0" cy="205337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121BE7CF-7D63-43ED-9AF5-ED42E4DE8B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5812" y="1311259"/>
                  <a:ext cx="0" cy="205337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FF302BD-E1E7-4EA2-8F32-CB0B6A148AD1}"/>
                  </a:ext>
                </a:extLst>
              </p:cNvPr>
              <p:cNvCxnSpPr/>
              <p:nvPr/>
            </p:nvCxnSpPr>
            <p:spPr>
              <a:xfrm rot="5400000">
                <a:off x="1125611" y="1075815"/>
                <a:ext cx="0" cy="35463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3918DD2-9D1D-441D-8A66-D1C7C496CDB8}"/>
                  </a:ext>
                </a:extLst>
              </p:cNvPr>
              <p:cNvCxnSpPr/>
              <p:nvPr/>
            </p:nvCxnSpPr>
            <p:spPr>
              <a:xfrm rot="5400000">
                <a:off x="1125611" y="1029798"/>
                <a:ext cx="0" cy="35463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9433CC3-2D45-483B-96BF-580D919D41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37120" y="1252823"/>
                <a:ext cx="298961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38BDA4EA-B044-4EA5-ADCB-8FA84D4779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37120" y="1209602"/>
                <a:ext cx="321343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787AF33-67B1-44AC-9EB3-4D2AC2FAE8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7051" y="1338390"/>
                <a:ext cx="0" cy="569837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7F91A2-1E87-41E8-BDE5-6BD19BA04C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59447" y="1339796"/>
                <a:ext cx="1" cy="535734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AAB7779C-7180-4807-A469-D458AF2494DC}"/>
                  </a:ext>
                </a:extLst>
              </p:cNvPr>
              <p:cNvCxnSpPr/>
              <p:nvPr/>
            </p:nvCxnSpPr>
            <p:spPr>
              <a:xfrm rot="5400000">
                <a:off x="1889784" y="754335"/>
                <a:ext cx="0" cy="33308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3EE010A-B2E4-4657-BD22-12F8F37BC3F7}"/>
                  </a:ext>
                </a:extLst>
              </p:cNvPr>
              <p:cNvCxnSpPr/>
              <p:nvPr/>
            </p:nvCxnSpPr>
            <p:spPr>
              <a:xfrm rot="5400000">
                <a:off x="1895346" y="716677"/>
                <a:ext cx="0" cy="321958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386D36F-625D-453D-A0F1-322965C5CA2E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" flipV="1">
                <a:off x="1653435" y="788566"/>
                <a:ext cx="156820" cy="214607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4EB3BAC1-9ECF-49C8-BCC8-52D96E47E9D0}"/>
                  </a:ext>
                </a:extLst>
              </p:cNvPr>
              <p:cNvSpPr/>
              <p:nvPr/>
            </p:nvSpPr>
            <p:spPr>
              <a:xfrm>
                <a:off x="1940776" y="767954"/>
                <a:ext cx="115619" cy="25698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A25CF585-416E-4F0E-8E6A-22747890876F}"/>
                  </a:ext>
                </a:extLst>
              </p:cNvPr>
              <p:cNvSpPr/>
              <p:nvPr/>
            </p:nvSpPr>
            <p:spPr>
              <a:xfrm rot="5400000">
                <a:off x="2047377" y="838635"/>
                <a:ext cx="133655" cy="11561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B3515684-48BD-4176-85EE-F1D15C18F583}"/>
                  </a:ext>
                </a:extLst>
              </p:cNvPr>
              <p:cNvSpPr/>
              <p:nvPr/>
            </p:nvSpPr>
            <p:spPr>
              <a:xfrm>
                <a:off x="1940776" y="767955"/>
                <a:ext cx="115619" cy="25698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DBDC42F6-A85A-4FF3-9BBA-C86E54883063}"/>
                  </a:ext>
                </a:extLst>
              </p:cNvPr>
              <p:cNvCxnSpPr/>
              <p:nvPr/>
            </p:nvCxnSpPr>
            <p:spPr>
              <a:xfrm rot="5400000">
                <a:off x="1185288" y="1756237"/>
                <a:ext cx="0" cy="298961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EE344D9-31F6-4ABC-BC3B-B055EF6FD9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6673" y="1849677"/>
                <a:ext cx="295914" cy="4038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A161698C-4CF2-44F4-ABD3-2EDFBB7CBA02}"/>
                  </a:ext>
                </a:extLst>
              </p:cNvPr>
              <p:cNvCxnSpPr>
                <a:cxnSpLocks/>
              </p:cNvCxnSpPr>
              <p:nvPr/>
            </p:nvCxnSpPr>
            <p:spPr>
              <a:xfrm rot="21360000" flipV="1">
                <a:off x="1264504" y="1780590"/>
                <a:ext cx="167568" cy="195952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C1CC29E6-474A-473D-8A1A-DA073AD29F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9070" y="1873572"/>
                <a:ext cx="0" cy="205642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3C2F31E-E164-4317-9793-49B08BD294B0}"/>
                  </a:ext>
                </a:extLst>
              </p:cNvPr>
              <p:cNvCxnSpPr/>
              <p:nvPr/>
            </p:nvCxnSpPr>
            <p:spPr>
              <a:xfrm rot="10800000">
                <a:off x="1087363" y="1843440"/>
                <a:ext cx="0" cy="235773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E2C5EC0-232B-4106-9575-BD8E909D89D8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" flipV="1">
                <a:off x="969094" y="1757929"/>
                <a:ext cx="172242" cy="220854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45790607-78C6-415A-8E24-8CFF3C49B37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927579" y="2234762"/>
                <a:ext cx="294082" cy="76400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318E1040-9B5F-469F-8714-E76BD1D319F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914399" y="2254151"/>
                <a:ext cx="283699" cy="47920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79A391DA-A66D-450D-A8B3-BA57F2F032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66249" y="940435"/>
                <a:ext cx="234900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B61D7F4F-898E-40E8-A014-7C5BC21D6A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66249" y="843458"/>
                <a:ext cx="234900" cy="1825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0D9CF25A-209A-4B99-9990-8468401737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50763" y="846358"/>
                <a:ext cx="254399" cy="88318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1DDF842C-719E-4A26-BD82-6D941DE5C2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55909" y="884055"/>
                <a:ext cx="245417" cy="55395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F113D27B-D085-4058-8E99-E9279B6412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9320" y="2492548"/>
                <a:ext cx="736" cy="182705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05845226-02E3-49BA-8518-A7BBFC4879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4364" y="2492542"/>
                <a:ext cx="0" cy="262939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42C28B20-6576-4466-BFB0-35A6BA341A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6734" y="2755481"/>
                <a:ext cx="668986" cy="0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6C8C8301-B08C-44D7-ADB4-52AC7BF739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3799" y="2671773"/>
                <a:ext cx="826838" cy="0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0B50832B-5058-4B75-A8DF-6C6419A1D4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46968" y="1681225"/>
                <a:ext cx="0" cy="229839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D42E09B8-37DD-4ABE-AC3D-3E34A95369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06691" y="1678355"/>
                <a:ext cx="2546" cy="153226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F38AEDD0-1337-4AD1-8FBF-3C75C2DF8F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2106" y="1918380"/>
                <a:ext cx="206973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4346091C-E5C4-4F08-841B-E9548BFC81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063" y="1828654"/>
                <a:ext cx="272905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" name="Chord 283">
                <a:extLst>
                  <a:ext uri="{FF2B5EF4-FFF2-40B4-BE49-F238E27FC236}">
                    <a16:creationId xmlns:a16="http://schemas.microsoft.com/office/drawing/2014/main" id="{9FB17399-8D1C-4138-996D-1F12828C05BE}"/>
                  </a:ext>
                </a:extLst>
              </p:cNvPr>
              <p:cNvSpPr/>
              <p:nvPr/>
            </p:nvSpPr>
            <p:spPr>
              <a:xfrm>
                <a:off x="3341503" y="1800070"/>
                <a:ext cx="66073" cy="142621"/>
              </a:xfrm>
              <a:prstGeom prst="chord">
                <a:avLst>
                  <a:gd name="adj1" fmla="val 13428354"/>
                  <a:gd name="adj2" fmla="val 13214578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 dirty="0"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A9D87FC0-CAE3-4B33-AF1A-1B636CA9D5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2343" y="1719086"/>
                <a:ext cx="0" cy="296037"/>
              </a:xfrm>
              <a:prstGeom prst="line">
                <a:avLst/>
              </a:prstGeom>
              <a:ln w="381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6" name="Rectangle: Top Corners Rounded 285">
                <a:extLst>
                  <a:ext uri="{FF2B5EF4-FFF2-40B4-BE49-F238E27FC236}">
                    <a16:creationId xmlns:a16="http://schemas.microsoft.com/office/drawing/2014/main" id="{DE0F5D29-21E5-4934-A028-788002A2A880}"/>
                  </a:ext>
                </a:extLst>
              </p:cNvPr>
              <p:cNvSpPr/>
              <p:nvPr/>
            </p:nvSpPr>
            <p:spPr>
              <a:xfrm rot="16200000">
                <a:off x="3158448" y="1730236"/>
                <a:ext cx="303597" cy="280606"/>
              </a:xfrm>
              <a:prstGeom prst="round2Same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 dirty="0"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37A9558E-1826-4DFC-8EA9-CE51594FFF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5719" y="1918380"/>
                <a:ext cx="0" cy="380037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314DBE5F-056C-4892-90A6-2641824120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6073" y="1825395"/>
                <a:ext cx="0" cy="515992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C99E2341-92FB-4A2A-8071-2267D0EFDE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75715" y="2278436"/>
                <a:ext cx="247217" cy="0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4CFBDB28-1EE7-46A2-812B-B111082B58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54671" y="2345263"/>
                <a:ext cx="194744" cy="0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F55E9A54-AB56-47FB-9E3D-11B645128783}"/>
                  </a:ext>
                </a:extLst>
              </p:cNvPr>
              <p:cNvSpPr/>
              <p:nvPr/>
            </p:nvSpPr>
            <p:spPr>
              <a:xfrm>
                <a:off x="2863624" y="307711"/>
                <a:ext cx="220429" cy="26296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13E72A9D-120A-4298-B2B2-A8082AB7EF39}"/>
                  </a:ext>
                </a:extLst>
              </p:cNvPr>
              <p:cNvSpPr/>
              <p:nvPr/>
            </p:nvSpPr>
            <p:spPr>
              <a:xfrm>
                <a:off x="2875169" y="326693"/>
                <a:ext cx="192562" cy="227397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 dirty="0"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4385F0A7-35EB-4914-A911-374E0FDCF454}"/>
                  </a:ext>
                </a:extLst>
              </p:cNvPr>
              <p:cNvCxnSpPr>
                <a:stCxn id="321" idx="0"/>
                <a:endCxn id="321" idx="4"/>
              </p:cNvCxnSpPr>
              <p:nvPr/>
            </p:nvCxnSpPr>
            <p:spPr>
              <a:xfrm>
                <a:off x="2971451" y="326693"/>
                <a:ext cx="0" cy="227397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87ADBEC3-22D1-4579-8DF5-87EF80C62A73}"/>
                  </a:ext>
                </a:extLst>
              </p:cNvPr>
              <p:cNvCxnSpPr>
                <a:cxnSpLocks/>
                <a:stCxn id="321" idx="2"/>
                <a:endCxn id="321" idx="6"/>
              </p:cNvCxnSpPr>
              <p:nvPr/>
            </p:nvCxnSpPr>
            <p:spPr>
              <a:xfrm>
                <a:off x="2875169" y="440391"/>
                <a:ext cx="19256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F963FC06-D7A6-4EBE-A1B8-85B1D018D7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88580" y="2283541"/>
                <a:ext cx="82766" cy="14876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D1DA453E-5C7C-4968-A070-707D39F9B4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86392" y="2329736"/>
                <a:ext cx="84953" cy="15526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B78706AB-219D-4852-9AEE-6D8EF8DB52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43469" y="992763"/>
                <a:ext cx="0" cy="217446"/>
              </a:xfrm>
              <a:prstGeom prst="line">
                <a:avLst/>
              </a:prstGeom>
              <a:ln w="12700">
                <a:solidFill>
                  <a:srgbClr val="00B050">
                    <a:alpha val="9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1F1C9B90-0222-40E6-8672-E6463CF215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5972" y="995096"/>
                <a:ext cx="0" cy="217446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0D2761D2-2526-4054-B680-27B741C579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42319" y="439723"/>
                <a:ext cx="31072" cy="298001"/>
              </a:xfrm>
              <a:prstGeom prst="line">
                <a:avLst/>
              </a:prstGeom>
              <a:ln w="12700">
                <a:solidFill>
                  <a:srgbClr val="00B050">
                    <a:alpha val="43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3FD69E80-1CC0-4F73-939C-4ED5F633A6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1889" y="438771"/>
                <a:ext cx="32875" cy="298958"/>
              </a:xfrm>
              <a:prstGeom prst="line">
                <a:avLst/>
              </a:prstGeom>
              <a:ln w="1270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6BA0390-CC49-4701-8300-72B351177817}"/>
                  </a:ext>
                </a:extLst>
              </p:cNvPr>
              <p:cNvSpPr/>
              <p:nvPr/>
            </p:nvSpPr>
            <p:spPr>
              <a:xfrm rot="5400000">
                <a:off x="807623" y="652566"/>
                <a:ext cx="133200" cy="71341"/>
              </a:xfrm>
              <a:custGeom>
                <a:avLst/>
                <a:gdLst>
                  <a:gd name="connsiteX0" fmla="*/ 0 w 135952"/>
                  <a:gd name="connsiteY0" fmla="*/ 0 h 80859"/>
                  <a:gd name="connsiteX1" fmla="*/ 135952 w 135952"/>
                  <a:gd name="connsiteY1" fmla="*/ 0 h 80859"/>
                  <a:gd name="connsiteX2" fmla="*/ 135952 w 135952"/>
                  <a:gd name="connsiteY2" fmla="*/ 80859 h 80859"/>
                  <a:gd name="connsiteX3" fmla="*/ 0 w 135952"/>
                  <a:gd name="connsiteY3" fmla="*/ 80859 h 80859"/>
                  <a:gd name="connsiteX4" fmla="*/ 0 w 135952"/>
                  <a:gd name="connsiteY4" fmla="*/ 0 h 80859"/>
                  <a:gd name="connsiteX0" fmla="*/ 135952 w 135952"/>
                  <a:gd name="connsiteY0" fmla="*/ 0 h 91440"/>
                  <a:gd name="connsiteX1" fmla="*/ 135952 w 135952"/>
                  <a:gd name="connsiteY1" fmla="*/ 80859 h 91440"/>
                  <a:gd name="connsiteX2" fmla="*/ 0 w 135952"/>
                  <a:gd name="connsiteY2" fmla="*/ 80859 h 91440"/>
                  <a:gd name="connsiteX3" fmla="*/ 91440 w 135952"/>
                  <a:gd name="connsiteY3" fmla="*/ 91440 h 91440"/>
                  <a:gd name="connsiteX0" fmla="*/ 135952 w 135952"/>
                  <a:gd name="connsiteY0" fmla="*/ 0 h 80859"/>
                  <a:gd name="connsiteX1" fmla="*/ 135952 w 135952"/>
                  <a:gd name="connsiteY1" fmla="*/ 80859 h 80859"/>
                  <a:gd name="connsiteX2" fmla="*/ 0 w 135952"/>
                  <a:gd name="connsiteY2" fmla="*/ 80859 h 80859"/>
                  <a:gd name="connsiteX3" fmla="*/ 0 w 135952"/>
                  <a:gd name="connsiteY3" fmla="*/ 2540 h 80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52" h="80859">
                    <a:moveTo>
                      <a:pt x="135952" y="0"/>
                    </a:moveTo>
                    <a:lnTo>
                      <a:pt x="135952" y="80859"/>
                    </a:lnTo>
                    <a:lnTo>
                      <a:pt x="0" y="80859"/>
                    </a:lnTo>
                    <a:lnTo>
                      <a:pt x="0" y="254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 dirty="0"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5CB270-D31F-4001-B48A-DEB70BD0D294}"/>
                  </a:ext>
                </a:extLst>
              </p:cNvPr>
              <p:cNvSpPr txBox="1"/>
              <p:nvPr/>
            </p:nvSpPr>
            <p:spPr>
              <a:xfrm flipH="1">
                <a:off x="908723" y="585849"/>
                <a:ext cx="488510" cy="212687"/>
              </a:xfrm>
              <a:prstGeom prst="rect">
                <a:avLst/>
              </a:prstGeom>
              <a:solidFill>
                <a:schemeClr val="bg2">
                  <a:alpha val="50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532 nm</a:t>
                </a:r>
              </a:p>
            </p:txBody>
          </p: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1F232E16-85C5-4443-BF44-62A27B4B0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8609" y="2225501"/>
                <a:ext cx="197674" cy="172620"/>
              </a:xfrm>
              <a:prstGeom prst="line">
                <a:avLst/>
              </a:prstGeom>
              <a:ln w="381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63CD63CC-B3C6-4723-AA10-4433D3D83DA1}"/>
                  </a:ext>
                </a:extLst>
              </p:cNvPr>
              <p:cNvSpPr txBox="1"/>
              <p:nvPr/>
            </p:nvSpPr>
            <p:spPr>
              <a:xfrm>
                <a:off x="431919" y="446063"/>
                <a:ext cx="297239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FI</a:t>
                </a:r>
              </a:p>
            </p:txBody>
          </p:sp>
          <p:sp>
            <p:nvSpPr>
              <p:cNvPr id="380" name="TextBox 379">
                <a:extLst>
                  <a:ext uri="{FF2B5EF4-FFF2-40B4-BE49-F238E27FC236}">
                    <a16:creationId xmlns:a16="http://schemas.microsoft.com/office/drawing/2014/main" id="{C63F4CFC-2C5A-472A-AA76-6B6FD74089C6}"/>
                  </a:ext>
                </a:extLst>
              </p:cNvPr>
              <p:cNvSpPr txBox="1"/>
              <p:nvPr/>
            </p:nvSpPr>
            <p:spPr>
              <a:xfrm>
                <a:off x="65010" y="519433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381" name="TextBox 380">
                <a:extLst>
                  <a:ext uri="{FF2B5EF4-FFF2-40B4-BE49-F238E27FC236}">
                    <a16:creationId xmlns:a16="http://schemas.microsoft.com/office/drawing/2014/main" id="{4F13A620-0668-46FA-9829-120CB13BEB9E}"/>
                  </a:ext>
                </a:extLst>
              </p:cNvPr>
              <p:cNvSpPr txBox="1"/>
              <p:nvPr/>
            </p:nvSpPr>
            <p:spPr>
              <a:xfrm>
                <a:off x="65010" y="1185722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384" name="TextBox 383">
                <a:extLst>
                  <a:ext uri="{FF2B5EF4-FFF2-40B4-BE49-F238E27FC236}">
                    <a16:creationId xmlns:a16="http://schemas.microsoft.com/office/drawing/2014/main" id="{548F837A-A551-4738-9855-F3F81BE8416D}"/>
                  </a:ext>
                </a:extLst>
              </p:cNvPr>
              <p:cNvSpPr txBox="1"/>
              <p:nvPr/>
            </p:nvSpPr>
            <p:spPr>
              <a:xfrm>
                <a:off x="1591520" y="2235625"/>
                <a:ext cx="293854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F</a:t>
                </a:r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76F65A58-C8F3-49C7-A88A-AE900CE93BA5}"/>
                  </a:ext>
                </a:extLst>
              </p:cNvPr>
              <p:cNvSpPr txBox="1"/>
              <p:nvPr/>
            </p:nvSpPr>
            <p:spPr>
              <a:xfrm>
                <a:off x="1295652" y="1816111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814FF3B4-C861-4425-A226-0210BF00F75B}"/>
                  </a:ext>
                </a:extLst>
              </p:cNvPr>
              <p:cNvSpPr txBox="1"/>
              <p:nvPr/>
            </p:nvSpPr>
            <p:spPr>
              <a:xfrm>
                <a:off x="824971" y="1708568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387" name="TextBox 386">
                <a:extLst>
                  <a:ext uri="{FF2B5EF4-FFF2-40B4-BE49-F238E27FC236}">
                    <a16:creationId xmlns:a16="http://schemas.microsoft.com/office/drawing/2014/main" id="{3A1A557B-8EC3-456E-98B2-D37560AF7CFF}"/>
                  </a:ext>
                </a:extLst>
              </p:cNvPr>
              <p:cNvSpPr txBox="1"/>
              <p:nvPr/>
            </p:nvSpPr>
            <p:spPr>
              <a:xfrm>
                <a:off x="1688683" y="1185722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9DDAEE66-BFBD-4EFE-A255-1849B416B697}"/>
                  </a:ext>
                </a:extLst>
              </p:cNvPr>
              <p:cNvSpPr txBox="1"/>
              <p:nvPr/>
            </p:nvSpPr>
            <p:spPr>
              <a:xfrm>
                <a:off x="1545536" y="702566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25C7AE66-6394-42B5-9DE3-DF7C8197B553}"/>
                  </a:ext>
                </a:extLst>
              </p:cNvPr>
              <p:cNvSpPr txBox="1"/>
              <p:nvPr/>
            </p:nvSpPr>
            <p:spPr>
              <a:xfrm>
                <a:off x="2892223" y="1890955"/>
                <a:ext cx="33141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DM</a:t>
                </a:r>
              </a:p>
            </p:txBody>
          </p:sp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A8569DFF-3056-4817-A904-7061CF4B936F}"/>
                  </a:ext>
                </a:extLst>
              </p:cNvPr>
              <p:cNvSpPr txBox="1"/>
              <p:nvPr/>
            </p:nvSpPr>
            <p:spPr>
              <a:xfrm>
                <a:off x="840294" y="908656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F4E0E88C-93BD-41FE-A3E8-313028DC9218}"/>
                  </a:ext>
                </a:extLst>
              </p:cNvPr>
              <p:cNvSpPr txBox="1"/>
              <p:nvPr/>
            </p:nvSpPr>
            <p:spPr>
              <a:xfrm>
                <a:off x="2218311" y="578613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61DC439A-7946-47A9-9BEE-A52CD6D1A2C5}"/>
                  </a:ext>
                </a:extLst>
              </p:cNvPr>
              <p:cNvSpPr txBox="1"/>
              <p:nvPr/>
            </p:nvSpPr>
            <p:spPr>
              <a:xfrm>
                <a:off x="2500390" y="578613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45BF0564-C3D6-4600-83BE-064C203D116C}"/>
                  </a:ext>
                </a:extLst>
              </p:cNvPr>
              <p:cNvSpPr txBox="1"/>
              <p:nvPr/>
            </p:nvSpPr>
            <p:spPr>
              <a:xfrm>
                <a:off x="3058039" y="564924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8ACC0F43-F83A-4CE8-8671-DF6F999FB340}"/>
                  </a:ext>
                </a:extLst>
              </p:cNvPr>
              <p:cNvSpPr txBox="1"/>
              <p:nvPr/>
            </p:nvSpPr>
            <p:spPr>
              <a:xfrm>
                <a:off x="3058039" y="1110101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E4ABC689-37BE-4833-A368-0F1C2F12A12F}"/>
                  </a:ext>
                </a:extLst>
              </p:cNvPr>
              <p:cNvSpPr txBox="1"/>
              <p:nvPr/>
            </p:nvSpPr>
            <p:spPr>
              <a:xfrm>
                <a:off x="1959380" y="2428544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398" name="TextBox 397">
                <a:extLst>
                  <a:ext uri="{FF2B5EF4-FFF2-40B4-BE49-F238E27FC236}">
                    <a16:creationId xmlns:a16="http://schemas.microsoft.com/office/drawing/2014/main" id="{64F306AA-762F-480C-AF44-22AD72CB7533}"/>
                  </a:ext>
                </a:extLst>
              </p:cNvPr>
              <p:cNvSpPr txBox="1"/>
              <p:nvPr/>
            </p:nvSpPr>
            <p:spPr>
              <a:xfrm>
                <a:off x="758493" y="2019617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F5F2ED89-8242-44C4-B378-66A125EE28C2}"/>
                  </a:ext>
                </a:extLst>
              </p:cNvPr>
              <p:cNvSpPr txBox="1"/>
              <p:nvPr/>
            </p:nvSpPr>
            <p:spPr>
              <a:xfrm>
                <a:off x="760194" y="2322528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34CDD1C3-830A-4E43-A104-189144032415}"/>
                  </a:ext>
                </a:extLst>
              </p:cNvPr>
              <p:cNvSpPr txBox="1"/>
              <p:nvPr/>
            </p:nvSpPr>
            <p:spPr>
              <a:xfrm rot="5400000">
                <a:off x="3235896" y="1691205"/>
                <a:ext cx="697514" cy="33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LED</a:t>
                </a:r>
              </a:p>
              <a:p>
                <a:pPr algn="ctr"/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660 nm</a:t>
                </a:r>
              </a:p>
            </p:txBody>
          </p:sp>
          <p:sp>
            <p:nvSpPr>
              <p:cNvPr id="401" name="TextBox 400">
                <a:extLst>
                  <a:ext uri="{FF2B5EF4-FFF2-40B4-BE49-F238E27FC236}">
                    <a16:creationId xmlns:a16="http://schemas.microsoft.com/office/drawing/2014/main" id="{11D46898-B57A-4E44-A205-71A9418F976A}"/>
                  </a:ext>
                </a:extLst>
              </p:cNvPr>
              <p:cNvSpPr txBox="1"/>
              <p:nvPr/>
            </p:nvSpPr>
            <p:spPr>
              <a:xfrm>
                <a:off x="3027484" y="801647"/>
                <a:ext cx="350953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PBS</a:t>
                </a:r>
              </a:p>
            </p:txBody>
          </p:sp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C6185AC9-A86C-4633-80A1-20F9285B3719}"/>
                  </a:ext>
                </a:extLst>
              </p:cNvPr>
              <p:cNvSpPr txBox="1"/>
              <p:nvPr/>
            </p:nvSpPr>
            <p:spPr>
              <a:xfrm>
                <a:off x="1854652" y="1007104"/>
                <a:ext cx="373352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AOD</a:t>
                </a:r>
              </a:p>
            </p:txBody>
          </p: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51827208-0B93-4200-8A44-5DAEEB7723F9}"/>
                  </a:ext>
                </a:extLst>
              </p:cNvPr>
              <p:cNvSpPr txBox="1"/>
              <p:nvPr/>
            </p:nvSpPr>
            <p:spPr>
              <a:xfrm>
                <a:off x="2083188" y="2439473"/>
                <a:ext cx="369386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Cam</a:t>
                </a:r>
              </a:p>
            </p:txBody>
          </p:sp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2C79F39E-367D-442A-88E9-6FD0A45CE74B}"/>
                  </a:ext>
                </a:extLst>
              </p:cNvPr>
              <p:cNvSpPr txBox="1"/>
              <p:nvPr/>
            </p:nvSpPr>
            <p:spPr>
              <a:xfrm>
                <a:off x="566774" y="1459873"/>
                <a:ext cx="30594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SF</a:t>
                </a:r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180F0D29-A8DC-4C21-92A9-CBE1EEA33532}"/>
                  </a:ext>
                </a:extLst>
              </p:cNvPr>
              <p:cNvSpPr/>
              <p:nvPr/>
            </p:nvSpPr>
            <p:spPr>
              <a:xfrm>
                <a:off x="1242584" y="1662699"/>
                <a:ext cx="199368" cy="3441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12" name="TextBox 411">
                <a:extLst>
                  <a:ext uri="{FF2B5EF4-FFF2-40B4-BE49-F238E27FC236}">
                    <a16:creationId xmlns:a16="http://schemas.microsoft.com/office/drawing/2014/main" id="{7E174F94-FE2F-4C63-9FE1-56421FB8807D}"/>
                  </a:ext>
                </a:extLst>
              </p:cNvPr>
              <p:cNvSpPr txBox="1"/>
              <p:nvPr/>
            </p:nvSpPr>
            <p:spPr>
              <a:xfrm>
                <a:off x="1395377" y="1563625"/>
                <a:ext cx="338755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HW</a:t>
                </a:r>
              </a:p>
            </p:txBody>
          </p:sp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4E5436EA-5FBA-4C57-8542-01A39F858280}"/>
                  </a:ext>
                </a:extLst>
              </p:cNvPr>
              <p:cNvSpPr txBox="1"/>
              <p:nvPr/>
            </p:nvSpPr>
            <p:spPr>
              <a:xfrm>
                <a:off x="2795673" y="124230"/>
                <a:ext cx="430999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QPD</a:t>
                </a:r>
              </a:p>
            </p:txBody>
          </p:sp>
          <p:pic>
            <p:nvPicPr>
              <p:cNvPr id="415" name="Picture 414">
                <a:extLst>
                  <a:ext uri="{FF2B5EF4-FFF2-40B4-BE49-F238E27FC236}">
                    <a16:creationId xmlns:a16="http://schemas.microsoft.com/office/drawing/2014/main" id="{B403C9D9-DEEE-431A-BA82-B8D5BE58A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5593" y="402409"/>
                <a:ext cx="282578" cy="274787"/>
              </a:xfrm>
              <a:prstGeom prst="rect">
                <a:avLst/>
              </a:prstGeom>
            </p:spPr>
          </p:pic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4EF1A084-CD31-4F33-8569-9E5D31B842CC}"/>
                  </a:ext>
                </a:extLst>
              </p:cNvPr>
              <p:cNvCxnSpPr/>
              <p:nvPr/>
            </p:nvCxnSpPr>
            <p:spPr>
              <a:xfrm>
                <a:off x="2534854" y="409971"/>
                <a:ext cx="338322" cy="0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Straight Connector 418">
                <a:extLst>
                  <a:ext uri="{FF2B5EF4-FFF2-40B4-BE49-F238E27FC236}">
                    <a16:creationId xmlns:a16="http://schemas.microsoft.com/office/drawing/2014/main" id="{A2D928A3-695D-4FF4-BCB9-E85DE6853722}"/>
                  </a:ext>
                </a:extLst>
              </p:cNvPr>
              <p:cNvCxnSpPr/>
              <p:nvPr/>
            </p:nvCxnSpPr>
            <p:spPr>
              <a:xfrm>
                <a:off x="2534854" y="438457"/>
                <a:ext cx="338322" cy="0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34DF5E88-CAFC-40BC-941E-8A20E3F70239}"/>
                  </a:ext>
                </a:extLst>
              </p:cNvPr>
              <p:cNvCxnSpPr/>
              <p:nvPr/>
            </p:nvCxnSpPr>
            <p:spPr>
              <a:xfrm>
                <a:off x="2534854" y="473056"/>
                <a:ext cx="338322" cy="0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4" name="Rectangle: Rounded Corners 453">
                <a:extLst>
                  <a:ext uri="{FF2B5EF4-FFF2-40B4-BE49-F238E27FC236}">
                    <a16:creationId xmlns:a16="http://schemas.microsoft.com/office/drawing/2014/main" id="{EAA0D447-02E9-474F-B858-66E33FA2DA36}"/>
                  </a:ext>
                </a:extLst>
              </p:cNvPr>
              <p:cNvSpPr/>
              <p:nvPr/>
            </p:nvSpPr>
            <p:spPr>
              <a:xfrm>
                <a:off x="2315864" y="298842"/>
                <a:ext cx="229346" cy="280704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 dirty="0">
                  <a:latin typeface="+mj-lt"/>
                  <a:cs typeface="Arial" panose="020B0604020202020204" pitchFamily="34" charset="0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034E73D1-BF0B-4C78-83C6-FD018FE8B25F}"/>
                  </a:ext>
                </a:extLst>
              </p:cNvPr>
              <p:cNvGrpSpPr/>
              <p:nvPr/>
            </p:nvGrpSpPr>
            <p:grpSpPr>
              <a:xfrm>
                <a:off x="2347140" y="327409"/>
                <a:ext cx="167166" cy="223748"/>
                <a:chOff x="2735172" y="392582"/>
                <a:chExt cx="189469" cy="228370"/>
              </a:xfrm>
            </p:grpSpPr>
            <p:grpSp>
              <p:nvGrpSpPr>
                <p:cNvPr id="427" name="Group 426">
                  <a:extLst>
                    <a:ext uri="{FF2B5EF4-FFF2-40B4-BE49-F238E27FC236}">
                      <a16:creationId xmlns:a16="http://schemas.microsoft.com/office/drawing/2014/main" id="{23FD40D2-A39C-4B19-B61E-0D2CF4446926}"/>
                    </a:ext>
                  </a:extLst>
                </p:cNvPr>
                <p:cNvGrpSpPr/>
                <p:nvPr/>
              </p:nvGrpSpPr>
              <p:grpSpPr>
                <a:xfrm>
                  <a:off x="2735172" y="392582"/>
                  <a:ext cx="188763" cy="26531"/>
                  <a:chOff x="6276129" y="441959"/>
                  <a:chExt cx="424504" cy="69572"/>
                </a:xfrm>
              </p:grpSpPr>
              <p:sp>
                <p:nvSpPr>
                  <p:cNvPr id="423" name="Rectangle 422">
                    <a:extLst>
                      <a:ext uri="{FF2B5EF4-FFF2-40B4-BE49-F238E27FC236}">
                        <a16:creationId xmlns:a16="http://schemas.microsoft.com/office/drawing/2014/main" id="{8F009A60-4070-48D5-8777-2BF23BD648F7}"/>
                      </a:ext>
                    </a:extLst>
                  </p:cNvPr>
                  <p:cNvSpPr/>
                  <p:nvPr/>
                </p:nvSpPr>
                <p:spPr>
                  <a:xfrm>
                    <a:off x="6276129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4" name="Rectangle 423">
                    <a:extLst>
                      <a:ext uri="{FF2B5EF4-FFF2-40B4-BE49-F238E27FC236}">
                        <a16:creationId xmlns:a16="http://schemas.microsoft.com/office/drawing/2014/main" id="{061F5624-A5E7-40A2-9113-792EE331117E}"/>
                      </a:ext>
                    </a:extLst>
                  </p:cNvPr>
                  <p:cNvSpPr/>
                  <p:nvPr/>
                </p:nvSpPr>
                <p:spPr>
                  <a:xfrm>
                    <a:off x="6390732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5" name="Rectangle 424">
                    <a:extLst>
                      <a:ext uri="{FF2B5EF4-FFF2-40B4-BE49-F238E27FC236}">
                        <a16:creationId xmlns:a16="http://schemas.microsoft.com/office/drawing/2014/main" id="{FA0CAD08-02D3-43A6-8E7D-F38ECF4DEFDF}"/>
                      </a:ext>
                    </a:extLst>
                  </p:cNvPr>
                  <p:cNvSpPr/>
                  <p:nvPr/>
                </p:nvSpPr>
                <p:spPr>
                  <a:xfrm>
                    <a:off x="6504731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98A4E199-271D-4C28-8935-E0283E2C4FE7}"/>
                      </a:ext>
                    </a:extLst>
                  </p:cNvPr>
                  <p:cNvSpPr/>
                  <p:nvPr/>
                </p:nvSpPr>
                <p:spPr>
                  <a:xfrm>
                    <a:off x="6619096" y="441959"/>
                    <a:ext cx="81537" cy="69570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28" name="Group 427">
                  <a:extLst>
                    <a:ext uri="{FF2B5EF4-FFF2-40B4-BE49-F238E27FC236}">
                      <a16:creationId xmlns:a16="http://schemas.microsoft.com/office/drawing/2014/main" id="{D64E540B-6967-49DD-A396-6C7B631C728D}"/>
                    </a:ext>
                  </a:extLst>
                </p:cNvPr>
                <p:cNvGrpSpPr/>
                <p:nvPr/>
              </p:nvGrpSpPr>
              <p:grpSpPr>
                <a:xfrm>
                  <a:off x="2735172" y="433072"/>
                  <a:ext cx="188763" cy="26531"/>
                  <a:chOff x="6276129" y="441959"/>
                  <a:chExt cx="424504" cy="69572"/>
                </a:xfrm>
              </p:grpSpPr>
              <p:sp>
                <p:nvSpPr>
                  <p:cNvPr id="429" name="Rectangle 428">
                    <a:extLst>
                      <a:ext uri="{FF2B5EF4-FFF2-40B4-BE49-F238E27FC236}">
                        <a16:creationId xmlns:a16="http://schemas.microsoft.com/office/drawing/2014/main" id="{609CD81A-6CAA-4D7A-AA29-60C62A637100}"/>
                      </a:ext>
                    </a:extLst>
                  </p:cNvPr>
                  <p:cNvSpPr/>
                  <p:nvPr/>
                </p:nvSpPr>
                <p:spPr>
                  <a:xfrm>
                    <a:off x="6276129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0" name="Rectangle 429">
                    <a:extLst>
                      <a:ext uri="{FF2B5EF4-FFF2-40B4-BE49-F238E27FC236}">
                        <a16:creationId xmlns:a16="http://schemas.microsoft.com/office/drawing/2014/main" id="{14A5F2FA-F8C3-44F0-9D33-33D05EBBBB87}"/>
                      </a:ext>
                    </a:extLst>
                  </p:cNvPr>
                  <p:cNvSpPr/>
                  <p:nvPr/>
                </p:nvSpPr>
                <p:spPr>
                  <a:xfrm>
                    <a:off x="6390732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1" name="Rectangle 430">
                    <a:extLst>
                      <a:ext uri="{FF2B5EF4-FFF2-40B4-BE49-F238E27FC236}">
                        <a16:creationId xmlns:a16="http://schemas.microsoft.com/office/drawing/2014/main" id="{F6517214-6EE8-49C1-A022-64B9927A4AD8}"/>
                      </a:ext>
                    </a:extLst>
                  </p:cNvPr>
                  <p:cNvSpPr/>
                  <p:nvPr/>
                </p:nvSpPr>
                <p:spPr>
                  <a:xfrm>
                    <a:off x="6504731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2" name="Rectangle 431">
                    <a:extLst>
                      <a:ext uri="{FF2B5EF4-FFF2-40B4-BE49-F238E27FC236}">
                        <a16:creationId xmlns:a16="http://schemas.microsoft.com/office/drawing/2014/main" id="{3916BAA4-E89F-44E4-99FE-DEFA774E5703}"/>
                      </a:ext>
                    </a:extLst>
                  </p:cNvPr>
                  <p:cNvSpPr/>
                  <p:nvPr/>
                </p:nvSpPr>
                <p:spPr>
                  <a:xfrm>
                    <a:off x="6619096" y="441959"/>
                    <a:ext cx="81537" cy="69570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E50B98E5-E481-42EF-911E-43999A193470}"/>
                    </a:ext>
                  </a:extLst>
                </p:cNvPr>
                <p:cNvGrpSpPr/>
                <p:nvPr/>
              </p:nvGrpSpPr>
              <p:grpSpPr>
                <a:xfrm>
                  <a:off x="2735172" y="474199"/>
                  <a:ext cx="189469" cy="26792"/>
                  <a:chOff x="2735172" y="474199"/>
                  <a:chExt cx="189469" cy="26792"/>
                </a:xfrm>
              </p:grpSpPr>
              <p:sp>
                <p:nvSpPr>
                  <p:cNvPr id="434" name="Rectangle 433">
                    <a:extLst>
                      <a:ext uri="{FF2B5EF4-FFF2-40B4-BE49-F238E27FC236}">
                        <a16:creationId xmlns:a16="http://schemas.microsoft.com/office/drawing/2014/main" id="{48B77F38-3242-4D15-9EA1-20B52077C7FF}"/>
                      </a:ext>
                    </a:extLst>
                  </p:cNvPr>
                  <p:cNvSpPr/>
                  <p:nvPr/>
                </p:nvSpPr>
                <p:spPr>
                  <a:xfrm>
                    <a:off x="2735172" y="474461"/>
                    <a:ext cx="36257" cy="26530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5" name="Rectangle 434">
                    <a:extLst>
                      <a:ext uri="{FF2B5EF4-FFF2-40B4-BE49-F238E27FC236}">
                        <a16:creationId xmlns:a16="http://schemas.microsoft.com/office/drawing/2014/main" id="{3298C946-968E-4AEF-B793-73491A147205}"/>
                      </a:ext>
                    </a:extLst>
                  </p:cNvPr>
                  <p:cNvSpPr/>
                  <p:nvPr/>
                </p:nvSpPr>
                <p:spPr>
                  <a:xfrm>
                    <a:off x="2786132" y="474461"/>
                    <a:ext cx="36257" cy="26530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6" name="Rectangle 435">
                    <a:extLst>
                      <a:ext uri="{FF2B5EF4-FFF2-40B4-BE49-F238E27FC236}">
                        <a16:creationId xmlns:a16="http://schemas.microsoft.com/office/drawing/2014/main" id="{00BB6FE2-44EC-4B91-BC72-FB514E6D078D}"/>
                      </a:ext>
                    </a:extLst>
                  </p:cNvPr>
                  <p:cNvSpPr/>
                  <p:nvPr/>
                </p:nvSpPr>
                <p:spPr>
                  <a:xfrm>
                    <a:off x="2836824" y="474461"/>
                    <a:ext cx="36257" cy="26530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 dirty="0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7" name="Rectangle 436">
                    <a:extLst>
                      <a:ext uri="{FF2B5EF4-FFF2-40B4-BE49-F238E27FC236}">
                        <a16:creationId xmlns:a16="http://schemas.microsoft.com/office/drawing/2014/main" id="{DD9329F0-0D37-49E5-8565-F6E68CEBAEFA}"/>
                      </a:ext>
                    </a:extLst>
                  </p:cNvPr>
                  <p:cNvSpPr/>
                  <p:nvPr/>
                </p:nvSpPr>
                <p:spPr>
                  <a:xfrm>
                    <a:off x="2888384" y="474199"/>
                    <a:ext cx="36257" cy="26530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38" name="Group 437">
                  <a:extLst>
                    <a:ext uri="{FF2B5EF4-FFF2-40B4-BE49-F238E27FC236}">
                      <a16:creationId xmlns:a16="http://schemas.microsoft.com/office/drawing/2014/main" id="{59802D3D-A831-4CF2-BD5C-D6C1D786E1B6}"/>
                    </a:ext>
                  </a:extLst>
                </p:cNvPr>
                <p:cNvGrpSpPr/>
                <p:nvPr/>
              </p:nvGrpSpPr>
              <p:grpSpPr>
                <a:xfrm>
                  <a:off x="2735172" y="515403"/>
                  <a:ext cx="187625" cy="26875"/>
                  <a:chOff x="6276129" y="441960"/>
                  <a:chExt cx="421944" cy="70474"/>
                </a:xfrm>
              </p:grpSpPr>
              <p:sp>
                <p:nvSpPr>
                  <p:cNvPr id="439" name="Rectangle 438">
                    <a:extLst>
                      <a:ext uri="{FF2B5EF4-FFF2-40B4-BE49-F238E27FC236}">
                        <a16:creationId xmlns:a16="http://schemas.microsoft.com/office/drawing/2014/main" id="{77F9E70B-8FB4-42A3-96F9-C1F7AF125DB3}"/>
                      </a:ext>
                    </a:extLst>
                  </p:cNvPr>
                  <p:cNvSpPr/>
                  <p:nvPr/>
                </p:nvSpPr>
                <p:spPr>
                  <a:xfrm>
                    <a:off x="6276129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0" name="Rectangle 439">
                    <a:extLst>
                      <a:ext uri="{FF2B5EF4-FFF2-40B4-BE49-F238E27FC236}">
                        <a16:creationId xmlns:a16="http://schemas.microsoft.com/office/drawing/2014/main" id="{26DE5ED9-B047-4049-95D0-D5A3D03EB664}"/>
                      </a:ext>
                    </a:extLst>
                  </p:cNvPr>
                  <p:cNvSpPr/>
                  <p:nvPr/>
                </p:nvSpPr>
                <p:spPr>
                  <a:xfrm>
                    <a:off x="6390732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1" name="Rectangle 440">
                    <a:extLst>
                      <a:ext uri="{FF2B5EF4-FFF2-40B4-BE49-F238E27FC236}">
                        <a16:creationId xmlns:a16="http://schemas.microsoft.com/office/drawing/2014/main" id="{13F6EA6A-0906-4341-B483-6F57DF74589B}"/>
                      </a:ext>
                    </a:extLst>
                  </p:cNvPr>
                  <p:cNvSpPr/>
                  <p:nvPr/>
                </p:nvSpPr>
                <p:spPr>
                  <a:xfrm>
                    <a:off x="6504731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2" name="Rectangle 441">
                    <a:extLst>
                      <a:ext uri="{FF2B5EF4-FFF2-40B4-BE49-F238E27FC236}">
                        <a16:creationId xmlns:a16="http://schemas.microsoft.com/office/drawing/2014/main" id="{B29D79D3-AED1-452C-A2E7-5A4ECCCE9444}"/>
                      </a:ext>
                    </a:extLst>
                  </p:cNvPr>
                  <p:cNvSpPr/>
                  <p:nvPr/>
                </p:nvSpPr>
                <p:spPr>
                  <a:xfrm>
                    <a:off x="6616536" y="442865"/>
                    <a:ext cx="81537" cy="69569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43" name="Group 442">
                  <a:extLst>
                    <a:ext uri="{FF2B5EF4-FFF2-40B4-BE49-F238E27FC236}">
                      <a16:creationId xmlns:a16="http://schemas.microsoft.com/office/drawing/2014/main" id="{66D423B3-290F-402E-8A73-E08727D7E8B5}"/>
                    </a:ext>
                  </a:extLst>
                </p:cNvPr>
                <p:cNvGrpSpPr/>
                <p:nvPr/>
              </p:nvGrpSpPr>
              <p:grpSpPr>
                <a:xfrm>
                  <a:off x="2735172" y="555701"/>
                  <a:ext cx="187564" cy="26766"/>
                  <a:chOff x="6276129" y="441343"/>
                  <a:chExt cx="421806" cy="70188"/>
                </a:xfrm>
              </p:grpSpPr>
              <p:sp>
                <p:nvSpPr>
                  <p:cNvPr id="444" name="Rectangle 443">
                    <a:extLst>
                      <a:ext uri="{FF2B5EF4-FFF2-40B4-BE49-F238E27FC236}">
                        <a16:creationId xmlns:a16="http://schemas.microsoft.com/office/drawing/2014/main" id="{2D60AEC8-DCA3-4353-95F0-275548822F4A}"/>
                      </a:ext>
                    </a:extLst>
                  </p:cNvPr>
                  <p:cNvSpPr/>
                  <p:nvPr/>
                </p:nvSpPr>
                <p:spPr>
                  <a:xfrm>
                    <a:off x="6276129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5" name="Rectangle 444">
                    <a:extLst>
                      <a:ext uri="{FF2B5EF4-FFF2-40B4-BE49-F238E27FC236}">
                        <a16:creationId xmlns:a16="http://schemas.microsoft.com/office/drawing/2014/main" id="{E65D1E8E-379F-4DE4-9919-551C5DC50D65}"/>
                      </a:ext>
                    </a:extLst>
                  </p:cNvPr>
                  <p:cNvSpPr/>
                  <p:nvPr/>
                </p:nvSpPr>
                <p:spPr>
                  <a:xfrm>
                    <a:off x="6390732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6" name="Rectangle 445">
                    <a:extLst>
                      <a:ext uri="{FF2B5EF4-FFF2-40B4-BE49-F238E27FC236}">
                        <a16:creationId xmlns:a16="http://schemas.microsoft.com/office/drawing/2014/main" id="{D53BABAF-3D63-4A2F-BECF-44FA518DCCCB}"/>
                      </a:ext>
                    </a:extLst>
                  </p:cNvPr>
                  <p:cNvSpPr/>
                  <p:nvPr/>
                </p:nvSpPr>
                <p:spPr>
                  <a:xfrm>
                    <a:off x="6504731" y="441960"/>
                    <a:ext cx="81537" cy="6957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7" name="Rectangle 446">
                    <a:extLst>
                      <a:ext uri="{FF2B5EF4-FFF2-40B4-BE49-F238E27FC236}">
                        <a16:creationId xmlns:a16="http://schemas.microsoft.com/office/drawing/2014/main" id="{84416DCB-A0B2-4E11-A91D-BB637987BF61}"/>
                      </a:ext>
                    </a:extLst>
                  </p:cNvPr>
                  <p:cNvSpPr/>
                  <p:nvPr/>
                </p:nvSpPr>
                <p:spPr>
                  <a:xfrm>
                    <a:off x="6616398" y="441343"/>
                    <a:ext cx="81537" cy="69569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0DB8DB5C-ED9C-4C11-AC6A-288F16C7DAB5}"/>
                    </a:ext>
                  </a:extLst>
                </p:cNvPr>
                <p:cNvGrpSpPr/>
                <p:nvPr/>
              </p:nvGrpSpPr>
              <p:grpSpPr>
                <a:xfrm>
                  <a:off x="2735172" y="594075"/>
                  <a:ext cx="186858" cy="26877"/>
                  <a:chOff x="2735172" y="594075"/>
                  <a:chExt cx="186858" cy="26877"/>
                </a:xfrm>
              </p:grpSpPr>
              <p:sp>
                <p:nvSpPr>
                  <p:cNvPr id="449" name="Rectangle 448">
                    <a:extLst>
                      <a:ext uri="{FF2B5EF4-FFF2-40B4-BE49-F238E27FC236}">
                        <a16:creationId xmlns:a16="http://schemas.microsoft.com/office/drawing/2014/main" id="{615AFA1A-A824-4863-AFC0-23F0787DAF7C}"/>
                      </a:ext>
                    </a:extLst>
                  </p:cNvPr>
                  <p:cNvSpPr/>
                  <p:nvPr/>
                </p:nvSpPr>
                <p:spPr>
                  <a:xfrm>
                    <a:off x="2735172" y="594075"/>
                    <a:ext cx="36257" cy="2653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50" name="Rectangle 449">
                    <a:extLst>
                      <a:ext uri="{FF2B5EF4-FFF2-40B4-BE49-F238E27FC236}">
                        <a16:creationId xmlns:a16="http://schemas.microsoft.com/office/drawing/2014/main" id="{C7FC1082-300A-40D7-881D-45D17E99E1CA}"/>
                      </a:ext>
                    </a:extLst>
                  </p:cNvPr>
                  <p:cNvSpPr/>
                  <p:nvPr/>
                </p:nvSpPr>
                <p:spPr>
                  <a:xfrm>
                    <a:off x="2786132" y="594075"/>
                    <a:ext cx="36257" cy="2653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51" name="Rectangle 450">
                    <a:extLst>
                      <a:ext uri="{FF2B5EF4-FFF2-40B4-BE49-F238E27FC236}">
                        <a16:creationId xmlns:a16="http://schemas.microsoft.com/office/drawing/2014/main" id="{B8C29A62-4470-4847-A71C-97048AD44137}"/>
                      </a:ext>
                    </a:extLst>
                  </p:cNvPr>
                  <p:cNvSpPr/>
                  <p:nvPr/>
                </p:nvSpPr>
                <p:spPr>
                  <a:xfrm>
                    <a:off x="2836824" y="594075"/>
                    <a:ext cx="36257" cy="26531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52" name="Rectangle 451">
                    <a:extLst>
                      <a:ext uri="{FF2B5EF4-FFF2-40B4-BE49-F238E27FC236}">
                        <a16:creationId xmlns:a16="http://schemas.microsoft.com/office/drawing/2014/main" id="{C0D0E197-0B1E-40FA-A5D3-2A5988DFFD42}"/>
                      </a:ext>
                    </a:extLst>
                  </p:cNvPr>
                  <p:cNvSpPr/>
                  <p:nvPr/>
                </p:nvSpPr>
                <p:spPr>
                  <a:xfrm>
                    <a:off x="2885773" y="594422"/>
                    <a:ext cx="36257" cy="26530"/>
                  </a:xfrm>
                  <a:prstGeom prst="rect">
                    <a:avLst/>
                  </a:prstGeom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782" dirty="0">
                      <a:latin typeface="+mj-lt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39DAC4B2-486C-4EA7-A6E3-51C2AF93374C}"/>
                  </a:ext>
                </a:extLst>
              </p:cNvPr>
              <p:cNvSpPr txBox="1"/>
              <p:nvPr/>
            </p:nvSpPr>
            <p:spPr>
              <a:xfrm>
                <a:off x="2248025" y="124230"/>
                <a:ext cx="441918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FPGA</a:t>
                </a:r>
              </a:p>
            </p:txBody>
          </p:sp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43415625-5037-46FC-AA37-7920D5FD2144}"/>
                  </a:ext>
                </a:extLst>
              </p:cNvPr>
              <p:cNvSpPr txBox="1"/>
              <p:nvPr/>
            </p:nvSpPr>
            <p:spPr>
              <a:xfrm>
                <a:off x="1561715" y="398646"/>
                <a:ext cx="37041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Host</a:t>
                </a:r>
              </a:p>
            </p:txBody>
          </p:sp>
          <p:sp>
            <p:nvSpPr>
              <p:cNvPr id="203" name="Rectangle: Top Corners Snipped 202">
                <a:extLst>
                  <a:ext uri="{FF2B5EF4-FFF2-40B4-BE49-F238E27FC236}">
                    <a16:creationId xmlns:a16="http://schemas.microsoft.com/office/drawing/2014/main" id="{C473BD53-EBC5-4644-B26C-C22FCB67A08D}"/>
                  </a:ext>
                </a:extLst>
              </p:cNvPr>
              <p:cNvSpPr/>
              <p:nvPr/>
            </p:nvSpPr>
            <p:spPr>
              <a:xfrm rot="16200000">
                <a:off x="2478591" y="1760628"/>
                <a:ext cx="267566" cy="218583"/>
              </a:xfrm>
              <a:prstGeom prst="snip2Same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 dirty="0"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467" name="Straight Connector 466">
                <a:extLst>
                  <a:ext uri="{FF2B5EF4-FFF2-40B4-BE49-F238E27FC236}">
                    <a16:creationId xmlns:a16="http://schemas.microsoft.com/office/drawing/2014/main" id="{FBB8E6B4-380B-417B-8A1E-A85FBC3377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9979" y="1668400"/>
                <a:ext cx="0" cy="401920"/>
              </a:xfrm>
              <a:prstGeom prst="line">
                <a:avLst/>
              </a:prstGeom>
              <a:ln w="27940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9" name="TextBox 528">
                <a:extLst>
                  <a:ext uri="{FF2B5EF4-FFF2-40B4-BE49-F238E27FC236}">
                    <a16:creationId xmlns:a16="http://schemas.microsoft.com/office/drawing/2014/main" id="{D396A439-B94D-4C9C-B0C5-AE8756D9099F}"/>
                  </a:ext>
                </a:extLst>
              </p:cNvPr>
              <p:cNvSpPr txBox="1"/>
              <p:nvPr/>
            </p:nvSpPr>
            <p:spPr>
              <a:xfrm>
                <a:off x="1404249" y="1033140"/>
                <a:ext cx="380651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90 %</a:t>
                </a:r>
              </a:p>
            </p:txBody>
          </p:sp>
          <p:sp>
            <p:nvSpPr>
              <p:cNvPr id="530" name="TextBox 529">
                <a:extLst>
                  <a:ext uri="{FF2B5EF4-FFF2-40B4-BE49-F238E27FC236}">
                    <a16:creationId xmlns:a16="http://schemas.microsoft.com/office/drawing/2014/main" id="{DBC921ED-2A86-4B89-9FA0-D7B1A2499755}"/>
                  </a:ext>
                </a:extLst>
              </p:cNvPr>
              <p:cNvSpPr txBox="1"/>
              <p:nvPr/>
            </p:nvSpPr>
            <p:spPr>
              <a:xfrm>
                <a:off x="1319859" y="1401205"/>
                <a:ext cx="380916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10 %</a:t>
                </a:r>
              </a:p>
            </p:txBody>
          </p:sp>
          <p:sp>
            <p:nvSpPr>
              <p:cNvPr id="531" name="TextBox 530">
                <a:extLst>
                  <a:ext uri="{FF2B5EF4-FFF2-40B4-BE49-F238E27FC236}">
                    <a16:creationId xmlns:a16="http://schemas.microsoft.com/office/drawing/2014/main" id="{BAB9CA1A-00D0-4902-83D5-2C5EC1EFBCDC}"/>
                  </a:ext>
                </a:extLst>
              </p:cNvPr>
              <p:cNvSpPr txBox="1"/>
              <p:nvPr/>
            </p:nvSpPr>
            <p:spPr>
              <a:xfrm>
                <a:off x="1099007" y="849061"/>
                <a:ext cx="561731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Trapping</a:t>
                </a:r>
              </a:p>
            </p:txBody>
          </p:sp>
          <p:cxnSp>
            <p:nvCxnSpPr>
              <p:cNvPr id="534" name="Straight Arrow Connector 533">
                <a:extLst>
                  <a:ext uri="{FF2B5EF4-FFF2-40B4-BE49-F238E27FC236}">
                    <a16:creationId xmlns:a16="http://schemas.microsoft.com/office/drawing/2014/main" id="{983D1EC9-A251-49E6-9DE6-1B5BD3E66F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6430" y="1048540"/>
                <a:ext cx="2845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2" name="TextBox 531">
                <a:extLst>
                  <a:ext uri="{FF2B5EF4-FFF2-40B4-BE49-F238E27FC236}">
                    <a16:creationId xmlns:a16="http://schemas.microsoft.com/office/drawing/2014/main" id="{E5DA4135-EEB6-40E4-BFC1-A29A83415571}"/>
                  </a:ext>
                </a:extLst>
              </p:cNvPr>
              <p:cNvSpPr txBox="1"/>
              <p:nvPr/>
            </p:nvSpPr>
            <p:spPr>
              <a:xfrm rot="5400000">
                <a:off x="862821" y="1397278"/>
                <a:ext cx="584209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Detection</a:t>
                </a:r>
              </a:p>
            </p:txBody>
          </p:sp>
          <p:cxnSp>
            <p:nvCxnSpPr>
              <p:cNvPr id="538" name="Straight Arrow Connector 537">
                <a:extLst>
                  <a:ext uri="{FF2B5EF4-FFF2-40B4-BE49-F238E27FC236}">
                    <a16:creationId xmlns:a16="http://schemas.microsoft.com/office/drawing/2014/main" id="{6C62E370-96D3-414D-A5EF-9A40CDB442F0}"/>
                  </a:ext>
                </a:extLst>
              </p:cNvPr>
              <p:cNvCxnSpPr/>
              <p:nvPr/>
            </p:nvCxnSpPr>
            <p:spPr>
              <a:xfrm>
                <a:off x="1229776" y="1365229"/>
                <a:ext cx="0" cy="28103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Straight Arrow Connector 542">
                <a:extLst>
                  <a:ext uri="{FF2B5EF4-FFF2-40B4-BE49-F238E27FC236}">
                    <a16:creationId xmlns:a16="http://schemas.microsoft.com/office/drawing/2014/main" id="{C0B085D6-F05C-4EB2-8EAE-F14AC209EE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32544" y="438162"/>
                <a:ext cx="383108" cy="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7442E2C5-9414-4A9F-A393-8D7694781B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46968" y="1230850"/>
                <a:ext cx="56953" cy="39259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310860EC-69F6-4D28-BC26-F8C46C9630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46968" y="1227025"/>
                <a:ext cx="59004" cy="384937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449EEB41-F0D3-4DBB-B958-3932382755ED}"/>
                  </a:ext>
                </a:extLst>
              </p:cNvPr>
              <p:cNvCxnSpPr/>
              <p:nvPr/>
            </p:nvCxnSpPr>
            <p:spPr>
              <a:xfrm rot="5400000">
                <a:off x="2230007" y="861245"/>
                <a:ext cx="0" cy="11562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092AA986-8551-4E3A-A35F-4E3E7CD50D76}"/>
                  </a:ext>
                </a:extLst>
              </p:cNvPr>
              <p:cNvCxnSpPr/>
              <p:nvPr/>
            </p:nvCxnSpPr>
            <p:spPr>
              <a:xfrm rot="5400000">
                <a:off x="2230007" y="821352"/>
                <a:ext cx="0" cy="11562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1136EBA3-51E3-4CC3-9338-77294ECA5B63}"/>
                  </a:ext>
                </a:extLst>
              </p:cNvPr>
              <p:cNvSpPr txBox="1"/>
              <p:nvPr/>
            </p:nvSpPr>
            <p:spPr>
              <a:xfrm>
                <a:off x="824971" y="2648944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65CE1814-C0EB-4C3F-B06B-644D057D87B3}"/>
                  </a:ext>
                </a:extLst>
              </p:cNvPr>
              <p:cNvSpPr txBox="1"/>
              <p:nvPr/>
            </p:nvSpPr>
            <p:spPr>
              <a:xfrm>
                <a:off x="1780172" y="2648944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45F244FB-2023-4025-89B6-254539FA2C08}"/>
                  </a:ext>
                </a:extLst>
              </p:cNvPr>
              <p:cNvSpPr txBox="1"/>
              <p:nvPr/>
            </p:nvSpPr>
            <p:spPr>
              <a:xfrm>
                <a:off x="3058039" y="1502085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A2960E6B-52E5-4910-B197-8A5CB701BE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5644" y="1204942"/>
                <a:ext cx="287696" cy="49896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E26B79A1-568A-4056-AEF4-B817F12547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3403" y="1208052"/>
                <a:ext cx="296735" cy="40765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Rectangle: Top Corners Snipped 31">
                <a:extLst>
                  <a:ext uri="{FF2B5EF4-FFF2-40B4-BE49-F238E27FC236}">
                    <a16:creationId xmlns:a16="http://schemas.microsoft.com/office/drawing/2014/main" id="{F64E3A11-8DF3-47FC-BEAF-4D1970889160}"/>
                  </a:ext>
                </a:extLst>
              </p:cNvPr>
              <p:cNvSpPr/>
              <p:nvPr/>
            </p:nvSpPr>
            <p:spPr>
              <a:xfrm rot="5400000">
                <a:off x="515561" y="1169392"/>
                <a:ext cx="180886" cy="123626"/>
              </a:xfrm>
              <a:prstGeom prst="snip2SameRect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 dirty="0"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43B58B60-255E-4639-BD86-F271CD59C3B7}"/>
                  </a:ext>
                </a:extLst>
              </p:cNvPr>
              <p:cNvSpPr/>
              <p:nvPr/>
            </p:nvSpPr>
            <p:spPr>
              <a:xfrm>
                <a:off x="519998" y="972381"/>
                <a:ext cx="366989" cy="505874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 dirty="0"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B58F4DC9-446E-4215-A77A-932D5C60CD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6061" y="1132356"/>
                <a:ext cx="169717" cy="205748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FFDA0BF-7B93-496C-9643-D9115A11CA80}"/>
                  </a:ext>
                </a:extLst>
              </p:cNvPr>
              <p:cNvSpPr/>
              <p:nvPr/>
            </p:nvSpPr>
            <p:spPr>
              <a:xfrm>
                <a:off x="2477842" y="1708612"/>
                <a:ext cx="12705" cy="35271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8237806B-94ED-4303-840C-963F0FB28D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35468" y="1828527"/>
                <a:ext cx="428792" cy="0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F71E9D8F-6FA1-442C-8C42-9F575D166F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23061" y="442246"/>
                <a:ext cx="285861" cy="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32998FC6-3864-40B3-B01D-7E327D5A2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5330" y="725066"/>
                <a:ext cx="0" cy="335078"/>
              </a:xfrm>
              <a:prstGeom prst="line">
                <a:avLst/>
              </a:prstGeom>
              <a:ln w="27940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1394314D-45BA-41CD-A582-F5B0FC62F96E}"/>
                  </a:ext>
                </a:extLst>
              </p:cNvPr>
              <p:cNvSpPr txBox="1"/>
              <p:nvPr/>
            </p:nvSpPr>
            <p:spPr>
              <a:xfrm>
                <a:off x="2389295" y="1483000"/>
                <a:ext cx="280606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SC</a:t>
                </a: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01F9250-17BB-4CBB-8D73-ADB3797A5C04}"/>
                  </a:ext>
                </a:extLst>
              </p:cNvPr>
              <p:cNvCxnSpPr/>
              <p:nvPr/>
            </p:nvCxnSpPr>
            <p:spPr>
              <a:xfrm flipH="1">
                <a:off x="963992" y="520312"/>
                <a:ext cx="358277" cy="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headEnd w="med" len="med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54A2BF9-2B43-4ED5-8063-6A3EE49A6405}"/>
                  </a:ext>
                </a:extLst>
              </p:cNvPr>
              <p:cNvSpPr/>
              <p:nvPr/>
            </p:nvSpPr>
            <p:spPr>
              <a:xfrm>
                <a:off x="1855927" y="554967"/>
                <a:ext cx="146960" cy="210798"/>
              </a:xfrm>
              <a:custGeom>
                <a:avLst/>
                <a:gdLst>
                  <a:gd name="connsiteX0" fmla="*/ 0 w 139126"/>
                  <a:gd name="connsiteY0" fmla="*/ 0 h 226221"/>
                  <a:gd name="connsiteX1" fmla="*/ 85165 w 139126"/>
                  <a:gd name="connsiteY1" fmla="*/ 4482 h 226221"/>
                  <a:gd name="connsiteX2" fmla="*/ 98612 w 139126"/>
                  <a:gd name="connsiteY2" fmla="*/ 13447 h 226221"/>
                  <a:gd name="connsiteX3" fmla="*/ 103094 w 139126"/>
                  <a:gd name="connsiteY3" fmla="*/ 31376 h 226221"/>
                  <a:gd name="connsiteX4" fmla="*/ 103094 w 139126"/>
                  <a:gd name="connsiteY4" fmla="*/ 188258 h 226221"/>
                  <a:gd name="connsiteX5" fmla="*/ 116541 w 139126"/>
                  <a:gd name="connsiteY5" fmla="*/ 201705 h 226221"/>
                  <a:gd name="connsiteX6" fmla="*/ 138953 w 139126"/>
                  <a:gd name="connsiteY6" fmla="*/ 224117 h 226221"/>
                  <a:gd name="connsiteX7" fmla="*/ 134471 w 139126"/>
                  <a:gd name="connsiteY7" fmla="*/ 224117 h 226221"/>
                  <a:gd name="connsiteX0" fmla="*/ 0 w 139126"/>
                  <a:gd name="connsiteY0" fmla="*/ 0 h 226221"/>
                  <a:gd name="connsiteX1" fmla="*/ 85165 w 139126"/>
                  <a:gd name="connsiteY1" fmla="*/ 4482 h 226221"/>
                  <a:gd name="connsiteX2" fmla="*/ 98612 w 139126"/>
                  <a:gd name="connsiteY2" fmla="*/ 13447 h 226221"/>
                  <a:gd name="connsiteX3" fmla="*/ 103094 w 139126"/>
                  <a:gd name="connsiteY3" fmla="*/ 31376 h 226221"/>
                  <a:gd name="connsiteX4" fmla="*/ 103094 w 139126"/>
                  <a:gd name="connsiteY4" fmla="*/ 188258 h 226221"/>
                  <a:gd name="connsiteX5" fmla="*/ 116541 w 139126"/>
                  <a:gd name="connsiteY5" fmla="*/ 201705 h 226221"/>
                  <a:gd name="connsiteX6" fmla="*/ 138953 w 139126"/>
                  <a:gd name="connsiteY6" fmla="*/ 224117 h 226221"/>
                  <a:gd name="connsiteX7" fmla="*/ 134471 w 139126"/>
                  <a:gd name="connsiteY7" fmla="*/ 224117 h 226221"/>
                  <a:gd name="connsiteX0" fmla="*/ 0 w 139126"/>
                  <a:gd name="connsiteY0" fmla="*/ 0 h 226221"/>
                  <a:gd name="connsiteX1" fmla="*/ 85165 w 139126"/>
                  <a:gd name="connsiteY1" fmla="*/ 4482 h 226221"/>
                  <a:gd name="connsiteX2" fmla="*/ 98612 w 139126"/>
                  <a:gd name="connsiteY2" fmla="*/ 13447 h 226221"/>
                  <a:gd name="connsiteX3" fmla="*/ 103094 w 139126"/>
                  <a:gd name="connsiteY3" fmla="*/ 31376 h 226221"/>
                  <a:gd name="connsiteX4" fmla="*/ 103094 w 139126"/>
                  <a:gd name="connsiteY4" fmla="*/ 188258 h 226221"/>
                  <a:gd name="connsiteX5" fmla="*/ 116541 w 139126"/>
                  <a:gd name="connsiteY5" fmla="*/ 201705 h 226221"/>
                  <a:gd name="connsiteX6" fmla="*/ 138953 w 139126"/>
                  <a:gd name="connsiteY6" fmla="*/ 224117 h 226221"/>
                  <a:gd name="connsiteX7" fmla="*/ 134471 w 139126"/>
                  <a:gd name="connsiteY7" fmla="*/ 224117 h 226221"/>
                  <a:gd name="connsiteX0" fmla="*/ 0 w 139126"/>
                  <a:gd name="connsiteY0" fmla="*/ 0 h 226221"/>
                  <a:gd name="connsiteX1" fmla="*/ 85165 w 139126"/>
                  <a:gd name="connsiteY1" fmla="*/ 4482 h 226221"/>
                  <a:gd name="connsiteX2" fmla="*/ 98612 w 139126"/>
                  <a:gd name="connsiteY2" fmla="*/ 13447 h 226221"/>
                  <a:gd name="connsiteX3" fmla="*/ 103094 w 139126"/>
                  <a:gd name="connsiteY3" fmla="*/ 31376 h 226221"/>
                  <a:gd name="connsiteX4" fmla="*/ 103094 w 139126"/>
                  <a:gd name="connsiteY4" fmla="*/ 188258 h 226221"/>
                  <a:gd name="connsiteX5" fmla="*/ 116541 w 139126"/>
                  <a:gd name="connsiteY5" fmla="*/ 201705 h 226221"/>
                  <a:gd name="connsiteX6" fmla="*/ 138953 w 139126"/>
                  <a:gd name="connsiteY6" fmla="*/ 224117 h 226221"/>
                  <a:gd name="connsiteX7" fmla="*/ 134471 w 139126"/>
                  <a:gd name="connsiteY7" fmla="*/ 224117 h 226221"/>
                  <a:gd name="connsiteX0" fmla="*/ 0 w 139126"/>
                  <a:gd name="connsiteY0" fmla="*/ 0 h 224586"/>
                  <a:gd name="connsiteX1" fmla="*/ 85165 w 139126"/>
                  <a:gd name="connsiteY1" fmla="*/ 4482 h 224586"/>
                  <a:gd name="connsiteX2" fmla="*/ 98612 w 139126"/>
                  <a:gd name="connsiteY2" fmla="*/ 13447 h 224586"/>
                  <a:gd name="connsiteX3" fmla="*/ 103094 w 139126"/>
                  <a:gd name="connsiteY3" fmla="*/ 31376 h 224586"/>
                  <a:gd name="connsiteX4" fmla="*/ 103094 w 139126"/>
                  <a:gd name="connsiteY4" fmla="*/ 188258 h 224586"/>
                  <a:gd name="connsiteX5" fmla="*/ 138953 w 139126"/>
                  <a:gd name="connsiteY5" fmla="*/ 224117 h 224586"/>
                  <a:gd name="connsiteX6" fmla="*/ 134471 w 139126"/>
                  <a:gd name="connsiteY6" fmla="*/ 224117 h 224586"/>
                  <a:gd name="connsiteX0" fmla="*/ 0 w 139126"/>
                  <a:gd name="connsiteY0" fmla="*/ 0 h 224586"/>
                  <a:gd name="connsiteX1" fmla="*/ 85165 w 139126"/>
                  <a:gd name="connsiteY1" fmla="*/ 4482 h 224586"/>
                  <a:gd name="connsiteX2" fmla="*/ 98612 w 139126"/>
                  <a:gd name="connsiteY2" fmla="*/ 13447 h 224586"/>
                  <a:gd name="connsiteX3" fmla="*/ 103094 w 139126"/>
                  <a:gd name="connsiteY3" fmla="*/ 31376 h 224586"/>
                  <a:gd name="connsiteX4" fmla="*/ 138953 w 139126"/>
                  <a:gd name="connsiteY4" fmla="*/ 224117 h 224586"/>
                  <a:gd name="connsiteX5" fmla="*/ 134471 w 139126"/>
                  <a:gd name="connsiteY5" fmla="*/ 224117 h 224586"/>
                  <a:gd name="connsiteX0" fmla="*/ 0 w 139126"/>
                  <a:gd name="connsiteY0" fmla="*/ 5315 h 229901"/>
                  <a:gd name="connsiteX1" fmla="*/ 85165 w 139126"/>
                  <a:gd name="connsiteY1" fmla="*/ 9797 h 229901"/>
                  <a:gd name="connsiteX2" fmla="*/ 98612 w 139126"/>
                  <a:gd name="connsiteY2" fmla="*/ 18762 h 229901"/>
                  <a:gd name="connsiteX3" fmla="*/ 138953 w 139126"/>
                  <a:gd name="connsiteY3" fmla="*/ 229432 h 229901"/>
                  <a:gd name="connsiteX4" fmla="*/ 134471 w 139126"/>
                  <a:gd name="connsiteY4" fmla="*/ 229432 h 229901"/>
                  <a:gd name="connsiteX0" fmla="*/ 0 w 139126"/>
                  <a:gd name="connsiteY0" fmla="*/ 12997 h 237583"/>
                  <a:gd name="connsiteX1" fmla="*/ 85165 w 139126"/>
                  <a:gd name="connsiteY1" fmla="*/ 17479 h 237583"/>
                  <a:gd name="connsiteX2" fmla="*/ 138953 w 139126"/>
                  <a:gd name="connsiteY2" fmla="*/ 237114 h 237583"/>
                  <a:gd name="connsiteX3" fmla="*/ 134471 w 139126"/>
                  <a:gd name="connsiteY3" fmla="*/ 237114 h 237583"/>
                  <a:gd name="connsiteX0" fmla="*/ 0 w 140839"/>
                  <a:gd name="connsiteY0" fmla="*/ 0 h 224586"/>
                  <a:gd name="connsiteX1" fmla="*/ 129989 w 140839"/>
                  <a:gd name="connsiteY1" fmla="*/ 62753 h 224586"/>
                  <a:gd name="connsiteX2" fmla="*/ 138953 w 140839"/>
                  <a:gd name="connsiteY2" fmla="*/ 224117 h 224586"/>
                  <a:gd name="connsiteX3" fmla="*/ 134471 w 140839"/>
                  <a:gd name="connsiteY3" fmla="*/ 224117 h 224586"/>
                  <a:gd name="connsiteX0" fmla="*/ 0 w 139126"/>
                  <a:gd name="connsiteY0" fmla="*/ 0 h 224586"/>
                  <a:gd name="connsiteX1" fmla="*/ 112059 w 139126"/>
                  <a:gd name="connsiteY1" fmla="*/ 62753 h 224586"/>
                  <a:gd name="connsiteX2" fmla="*/ 138953 w 139126"/>
                  <a:gd name="connsiteY2" fmla="*/ 224117 h 224586"/>
                  <a:gd name="connsiteX3" fmla="*/ 134471 w 139126"/>
                  <a:gd name="connsiteY3" fmla="*/ 224117 h 224586"/>
                  <a:gd name="connsiteX0" fmla="*/ 0 w 157056"/>
                  <a:gd name="connsiteY0" fmla="*/ 0 h 224586"/>
                  <a:gd name="connsiteX1" fmla="*/ 129989 w 157056"/>
                  <a:gd name="connsiteY1" fmla="*/ 62753 h 224586"/>
                  <a:gd name="connsiteX2" fmla="*/ 156883 w 157056"/>
                  <a:gd name="connsiteY2" fmla="*/ 224117 h 224586"/>
                  <a:gd name="connsiteX3" fmla="*/ 152401 w 157056"/>
                  <a:gd name="connsiteY3" fmla="*/ 224117 h 224586"/>
                  <a:gd name="connsiteX0" fmla="*/ 0 w 157120"/>
                  <a:gd name="connsiteY0" fmla="*/ 0 h 224586"/>
                  <a:gd name="connsiteX1" fmla="*/ 143436 w 157120"/>
                  <a:gd name="connsiteY1" fmla="*/ 49305 h 224586"/>
                  <a:gd name="connsiteX2" fmla="*/ 156883 w 157120"/>
                  <a:gd name="connsiteY2" fmla="*/ 224117 h 224586"/>
                  <a:gd name="connsiteX3" fmla="*/ 152401 w 157120"/>
                  <a:gd name="connsiteY3" fmla="*/ 224117 h 224586"/>
                  <a:gd name="connsiteX0" fmla="*/ 0 w 157056"/>
                  <a:gd name="connsiteY0" fmla="*/ 0 h 224586"/>
                  <a:gd name="connsiteX1" fmla="*/ 134472 w 157056"/>
                  <a:gd name="connsiteY1" fmla="*/ 49305 h 224586"/>
                  <a:gd name="connsiteX2" fmla="*/ 156883 w 157056"/>
                  <a:gd name="connsiteY2" fmla="*/ 224117 h 224586"/>
                  <a:gd name="connsiteX3" fmla="*/ 152401 w 157056"/>
                  <a:gd name="connsiteY3" fmla="*/ 224117 h 224586"/>
                  <a:gd name="connsiteX0" fmla="*/ 0 w 166008"/>
                  <a:gd name="connsiteY0" fmla="*/ 0 h 224586"/>
                  <a:gd name="connsiteX1" fmla="*/ 134472 w 166008"/>
                  <a:gd name="connsiteY1" fmla="*/ 49305 h 224586"/>
                  <a:gd name="connsiteX2" fmla="*/ 156883 w 166008"/>
                  <a:gd name="connsiteY2" fmla="*/ 224117 h 224586"/>
                  <a:gd name="connsiteX3" fmla="*/ 165848 w 166008"/>
                  <a:gd name="connsiteY3" fmla="*/ 224117 h 224586"/>
                  <a:gd name="connsiteX0" fmla="*/ 0 w 156883"/>
                  <a:gd name="connsiteY0" fmla="*/ 0 h 224117"/>
                  <a:gd name="connsiteX1" fmla="*/ 134472 w 156883"/>
                  <a:gd name="connsiteY1" fmla="*/ 49305 h 224117"/>
                  <a:gd name="connsiteX2" fmla="*/ 156883 w 156883"/>
                  <a:gd name="connsiteY2" fmla="*/ 224117 h 224117"/>
                  <a:gd name="connsiteX0" fmla="*/ 0 w 170330"/>
                  <a:gd name="connsiteY0" fmla="*/ 0 h 246528"/>
                  <a:gd name="connsiteX1" fmla="*/ 134472 w 170330"/>
                  <a:gd name="connsiteY1" fmla="*/ 49305 h 246528"/>
                  <a:gd name="connsiteX2" fmla="*/ 170330 w 170330"/>
                  <a:gd name="connsiteY2" fmla="*/ 246528 h 246528"/>
                  <a:gd name="connsiteX0" fmla="*/ 0 w 165848"/>
                  <a:gd name="connsiteY0" fmla="*/ 0 h 215152"/>
                  <a:gd name="connsiteX1" fmla="*/ 134472 w 165848"/>
                  <a:gd name="connsiteY1" fmla="*/ 49305 h 215152"/>
                  <a:gd name="connsiteX2" fmla="*/ 165848 w 165848"/>
                  <a:gd name="connsiteY2" fmla="*/ 215152 h 215152"/>
                  <a:gd name="connsiteX0" fmla="*/ 0 w 165848"/>
                  <a:gd name="connsiteY0" fmla="*/ 0 h 215152"/>
                  <a:gd name="connsiteX1" fmla="*/ 143437 w 165848"/>
                  <a:gd name="connsiteY1" fmla="*/ 31376 h 215152"/>
                  <a:gd name="connsiteX2" fmla="*/ 165848 w 165848"/>
                  <a:gd name="connsiteY2" fmla="*/ 215152 h 215152"/>
                  <a:gd name="connsiteX0" fmla="*/ 0 w 165848"/>
                  <a:gd name="connsiteY0" fmla="*/ 0 h 215152"/>
                  <a:gd name="connsiteX1" fmla="*/ 143437 w 165848"/>
                  <a:gd name="connsiteY1" fmla="*/ 31376 h 215152"/>
                  <a:gd name="connsiteX2" fmla="*/ 165848 w 165848"/>
                  <a:gd name="connsiteY2" fmla="*/ 215152 h 215152"/>
                  <a:gd name="connsiteX0" fmla="*/ 0 w 174496"/>
                  <a:gd name="connsiteY0" fmla="*/ 0 h 215152"/>
                  <a:gd name="connsiteX1" fmla="*/ 143437 w 174496"/>
                  <a:gd name="connsiteY1" fmla="*/ 31376 h 215152"/>
                  <a:gd name="connsiteX2" fmla="*/ 165848 w 174496"/>
                  <a:gd name="connsiteY2" fmla="*/ 215152 h 215152"/>
                  <a:gd name="connsiteX0" fmla="*/ 0 w 166567"/>
                  <a:gd name="connsiteY0" fmla="*/ 0 h 215152"/>
                  <a:gd name="connsiteX1" fmla="*/ 143437 w 166567"/>
                  <a:gd name="connsiteY1" fmla="*/ 31376 h 215152"/>
                  <a:gd name="connsiteX2" fmla="*/ 165848 w 166567"/>
                  <a:gd name="connsiteY2" fmla="*/ 215152 h 215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567" h="215152">
                    <a:moveTo>
                      <a:pt x="0" y="0"/>
                    </a:moveTo>
                    <a:cubicBezTo>
                      <a:pt x="28388" y="1494"/>
                      <a:pt x="115796" y="-4483"/>
                      <a:pt x="143437" y="31376"/>
                    </a:cubicBezTo>
                    <a:cubicBezTo>
                      <a:pt x="171078" y="67235"/>
                      <a:pt x="166595" y="142687"/>
                      <a:pt x="165848" y="215152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CD638FF8-7AAC-4AE2-AECF-21A2B104608A}"/>
                  </a:ext>
                </a:extLst>
              </p:cNvPr>
              <p:cNvSpPr txBox="1"/>
              <p:nvPr/>
            </p:nvSpPr>
            <p:spPr>
              <a:xfrm>
                <a:off x="1591520" y="1708568"/>
                <a:ext cx="189507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</a:t>
                </a:r>
              </a:p>
            </p:txBody>
          </p: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43803F92-1DD1-4864-B84A-2E8FDB2F7D89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" flipV="1">
                <a:off x="1743370" y="2609566"/>
                <a:ext cx="172242" cy="220854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57B96742-4BBE-47B7-A7D8-A4318A47B65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963921" y="2620149"/>
                <a:ext cx="191271" cy="198882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8F352DFE-B205-4131-8ED1-C1F1E524EF42}"/>
                  </a:ext>
                </a:extLst>
              </p:cNvPr>
              <p:cNvSpPr txBox="1"/>
              <p:nvPr/>
            </p:nvSpPr>
            <p:spPr>
              <a:xfrm>
                <a:off x="1400437" y="1223653"/>
                <a:ext cx="306583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BS</a:t>
                </a:r>
              </a:p>
            </p:txBody>
          </p:sp>
          <p:pic>
            <p:nvPicPr>
              <p:cNvPr id="243" name="Picture 242" descr="A picture containing indoor, appliance, counter&#10;&#10;Description automatically generated">
                <a:extLst>
                  <a:ext uri="{FF2B5EF4-FFF2-40B4-BE49-F238E27FC236}">
                    <a16:creationId xmlns:a16="http://schemas.microsoft.com/office/drawing/2014/main" id="{FA1AF2BF-2C91-47E0-AFD4-4D6EDB40FB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1919"/>
              <a:stretch/>
            </p:blipFill>
            <p:spPr>
              <a:xfrm rot="10800000" flipV="1">
                <a:off x="2394452" y="2176823"/>
                <a:ext cx="1315877" cy="879946"/>
              </a:xfrm>
              <a:prstGeom prst="rect">
                <a:avLst/>
              </a:prstGeom>
            </p:spPr>
          </p:pic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E1B272DE-7BCF-42A3-B6F2-B89A949F0B80}"/>
                  </a:ext>
                </a:extLst>
              </p:cNvPr>
              <p:cNvCxnSpPr/>
              <p:nvPr/>
            </p:nvCxnSpPr>
            <p:spPr>
              <a:xfrm flipH="1">
                <a:off x="3164259" y="2357383"/>
                <a:ext cx="358277" cy="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headEnd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8370AA9-28EC-401E-B520-6BF8421A7C26}"/>
                  </a:ext>
                </a:extLst>
              </p:cNvPr>
              <p:cNvSpPr txBox="1"/>
              <p:nvPr/>
            </p:nvSpPr>
            <p:spPr>
              <a:xfrm>
                <a:off x="3060307" y="2193075"/>
                <a:ext cx="588270" cy="33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solidFill>
                      <a:schemeClr val="bg1"/>
                    </a:solidFill>
                    <a:latin typeface="+mj-lt"/>
                  </a:rPr>
                  <a:t>Trapping beam</a:t>
                </a:r>
              </a:p>
            </p:txBody>
          </p: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32C8028D-A469-40E3-988D-47E3637C75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2340" y="1751551"/>
                <a:ext cx="188172" cy="223031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Rectangle: Top Corners Snipped 204">
                <a:extLst>
                  <a:ext uri="{FF2B5EF4-FFF2-40B4-BE49-F238E27FC236}">
                    <a16:creationId xmlns:a16="http://schemas.microsoft.com/office/drawing/2014/main" id="{F933E2D0-5146-4514-AD29-0B989F462AF2}"/>
                  </a:ext>
                </a:extLst>
              </p:cNvPr>
              <p:cNvSpPr/>
              <p:nvPr/>
            </p:nvSpPr>
            <p:spPr>
              <a:xfrm rot="5400000">
                <a:off x="2259400" y="1804898"/>
                <a:ext cx="256964" cy="124578"/>
              </a:xfrm>
              <a:prstGeom prst="snip2Same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49" tIns="43775" rIns="87549" bIns="4377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82" dirty="0">
                  <a:latin typeface="+mj-lt"/>
                  <a:cs typeface="Arial" panose="020B0604020202020204" pitchFamily="34" charset="0"/>
                </a:endParaRPr>
              </a:p>
            </p:txBody>
          </p:sp>
          <p:cxnSp>
            <p:nvCxnSpPr>
              <p:cNvPr id="461" name="Straight Connector 460">
                <a:extLst>
                  <a:ext uri="{FF2B5EF4-FFF2-40B4-BE49-F238E27FC236}">
                    <a16:creationId xmlns:a16="http://schemas.microsoft.com/office/drawing/2014/main" id="{8CDD84CF-DF98-4122-BED3-ECECB9313E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4806" y="1637525"/>
                <a:ext cx="4254" cy="457807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53AFEB1F-14DB-4DB5-AD18-94FFF297D1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3698" y="1639929"/>
                <a:ext cx="0" cy="408444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F9601D09-5729-4010-9C51-ED9C6C815B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69733" y="1634966"/>
                <a:ext cx="513965" cy="0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D1D55693-2498-441A-AB9F-0BA0E1E348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70296" y="2094126"/>
                <a:ext cx="142097" cy="65139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B234A787-E817-4649-A49D-B396752171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3698" y="2046342"/>
                <a:ext cx="925532" cy="118057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7268E5C-5746-4BA3-8A11-45DF16A6CE9B}"/>
                  </a:ext>
                </a:extLst>
              </p:cNvPr>
              <p:cNvSpPr txBox="1"/>
              <p:nvPr/>
            </p:nvSpPr>
            <p:spPr>
              <a:xfrm rot="5400000">
                <a:off x="2425502" y="1786649"/>
                <a:ext cx="385184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MO</a:t>
                </a:r>
              </a:p>
            </p:txBody>
          </p: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E0078479-A23C-499F-A95E-3E01D5FAEE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6125" y="1914784"/>
                <a:ext cx="533608" cy="0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A96B392-F9D9-4F60-BF9E-E571CFCA6443}"/>
                  </a:ext>
                </a:extLst>
              </p:cNvPr>
              <p:cNvGrpSpPr/>
              <p:nvPr/>
            </p:nvGrpSpPr>
            <p:grpSpPr>
              <a:xfrm>
                <a:off x="1245117" y="1127731"/>
                <a:ext cx="187903" cy="209590"/>
                <a:chOff x="245636" y="2513798"/>
                <a:chExt cx="225967" cy="226971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C9864FE3-F2B4-48A1-A9D8-216B03BED638}"/>
                    </a:ext>
                  </a:extLst>
                </p:cNvPr>
                <p:cNvSpPr/>
                <p:nvPr/>
              </p:nvSpPr>
              <p:spPr>
                <a:xfrm>
                  <a:off x="245636" y="2513798"/>
                  <a:ext cx="225967" cy="22697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782"/>
                </a:p>
              </p:txBody>
            </p: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1343B89A-2243-4B54-A5ED-108126D572E7}"/>
                    </a:ext>
                  </a:extLst>
                </p:cNvPr>
                <p:cNvCxnSpPr/>
                <p:nvPr/>
              </p:nvCxnSpPr>
              <p:spPr>
                <a:xfrm>
                  <a:off x="249511" y="2519335"/>
                  <a:ext cx="216000" cy="216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A45A2A51-A5A3-46EF-B5DD-BBB58C25CAAA}"/>
                  </a:ext>
                </a:extLst>
              </p:cNvPr>
              <p:cNvGrpSpPr/>
              <p:nvPr/>
            </p:nvGrpSpPr>
            <p:grpSpPr>
              <a:xfrm>
                <a:off x="2880929" y="781905"/>
                <a:ext cx="187903" cy="209590"/>
                <a:chOff x="245636" y="2513798"/>
                <a:chExt cx="225967" cy="226971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E0EEC363-62E7-43E0-B091-2A1B6D4E09B8}"/>
                    </a:ext>
                  </a:extLst>
                </p:cNvPr>
                <p:cNvSpPr/>
                <p:nvPr/>
              </p:nvSpPr>
              <p:spPr>
                <a:xfrm>
                  <a:off x="245636" y="2513798"/>
                  <a:ext cx="225967" cy="22697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782"/>
                </a:p>
              </p:txBody>
            </p: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1ADECD63-2C9D-40A6-A6E0-190562F0100B}"/>
                    </a:ext>
                  </a:extLst>
                </p:cNvPr>
                <p:cNvCxnSpPr/>
                <p:nvPr/>
              </p:nvCxnSpPr>
              <p:spPr>
                <a:xfrm>
                  <a:off x="249511" y="2519335"/>
                  <a:ext cx="216000" cy="216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4" name="Flowchart: Delay 11">
                <a:extLst>
                  <a:ext uri="{FF2B5EF4-FFF2-40B4-BE49-F238E27FC236}">
                    <a16:creationId xmlns:a16="http://schemas.microsoft.com/office/drawing/2014/main" id="{26C9D5FD-7862-42EE-8C28-5C4AEBD51C00}"/>
                  </a:ext>
                </a:extLst>
              </p:cNvPr>
              <p:cNvSpPr/>
              <p:nvPr/>
            </p:nvSpPr>
            <p:spPr>
              <a:xfrm rot="16200000">
                <a:off x="1020676" y="1962897"/>
                <a:ext cx="82764" cy="262743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sp>
            <p:nvSpPr>
              <p:cNvPr id="220" name="Flowchart: Delay 11">
                <a:extLst>
                  <a:ext uri="{FF2B5EF4-FFF2-40B4-BE49-F238E27FC236}">
                    <a16:creationId xmlns:a16="http://schemas.microsoft.com/office/drawing/2014/main" id="{0A034584-C792-48EB-B600-13D4B870E3F2}"/>
                  </a:ext>
                </a:extLst>
              </p:cNvPr>
              <p:cNvSpPr/>
              <p:nvPr/>
            </p:nvSpPr>
            <p:spPr>
              <a:xfrm rot="5400000">
                <a:off x="1025291" y="2332268"/>
                <a:ext cx="82764" cy="262743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sp>
            <p:nvSpPr>
              <p:cNvPr id="221" name="Flowchart: Delay 11">
                <a:extLst>
                  <a:ext uri="{FF2B5EF4-FFF2-40B4-BE49-F238E27FC236}">
                    <a16:creationId xmlns:a16="http://schemas.microsoft.com/office/drawing/2014/main" id="{1CB2C662-8171-40DD-B887-2DBB2D7ED539}"/>
                  </a:ext>
                </a:extLst>
              </p:cNvPr>
              <p:cNvSpPr/>
              <p:nvPr/>
            </p:nvSpPr>
            <p:spPr>
              <a:xfrm>
                <a:off x="931864" y="1082610"/>
                <a:ext cx="74530" cy="291771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sp>
            <p:nvSpPr>
              <p:cNvPr id="222" name="Flowchart: Delay 11">
                <a:extLst>
                  <a:ext uri="{FF2B5EF4-FFF2-40B4-BE49-F238E27FC236}">
                    <a16:creationId xmlns:a16="http://schemas.microsoft.com/office/drawing/2014/main" id="{D7F7B749-99FE-44D7-9145-93FADACEDC3B}"/>
                  </a:ext>
                </a:extLst>
              </p:cNvPr>
              <p:cNvSpPr/>
              <p:nvPr/>
            </p:nvSpPr>
            <p:spPr>
              <a:xfrm rot="10800000">
                <a:off x="2024424" y="2168861"/>
                <a:ext cx="74530" cy="291771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sp>
            <p:nvSpPr>
              <p:cNvPr id="223" name="Flowchart: Delay 11">
                <a:extLst>
                  <a:ext uri="{FF2B5EF4-FFF2-40B4-BE49-F238E27FC236}">
                    <a16:creationId xmlns:a16="http://schemas.microsoft.com/office/drawing/2014/main" id="{10B198CB-B067-410B-A752-861F382C4B15}"/>
                  </a:ext>
                </a:extLst>
              </p:cNvPr>
              <p:cNvSpPr/>
              <p:nvPr/>
            </p:nvSpPr>
            <p:spPr>
              <a:xfrm rot="10800000">
                <a:off x="2280151" y="753478"/>
                <a:ext cx="74530" cy="291771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sp>
            <p:nvSpPr>
              <p:cNvPr id="224" name="Flowchart: Delay 11">
                <a:extLst>
                  <a:ext uri="{FF2B5EF4-FFF2-40B4-BE49-F238E27FC236}">
                    <a16:creationId xmlns:a16="http://schemas.microsoft.com/office/drawing/2014/main" id="{ED0F19F3-4071-41CF-A587-D12562B96087}"/>
                  </a:ext>
                </a:extLst>
              </p:cNvPr>
              <p:cNvSpPr/>
              <p:nvPr/>
            </p:nvSpPr>
            <p:spPr>
              <a:xfrm rot="5400000">
                <a:off x="2934679" y="1509955"/>
                <a:ext cx="82764" cy="262743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sp>
            <p:nvSpPr>
              <p:cNvPr id="227" name="Flowchart: Delay 11">
                <a:extLst>
                  <a:ext uri="{FF2B5EF4-FFF2-40B4-BE49-F238E27FC236}">
                    <a16:creationId xmlns:a16="http://schemas.microsoft.com/office/drawing/2014/main" id="{D4EA9B04-B803-47E5-8B6D-17B244C2A13E}"/>
                  </a:ext>
                </a:extLst>
              </p:cNvPr>
              <p:cNvSpPr/>
              <p:nvPr/>
            </p:nvSpPr>
            <p:spPr>
              <a:xfrm rot="16200000">
                <a:off x="2934955" y="1084260"/>
                <a:ext cx="82764" cy="262743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sp>
            <p:nvSpPr>
              <p:cNvPr id="229" name="Flowchart: Delay 11">
                <a:extLst>
                  <a:ext uri="{FF2B5EF4-FFF2-40B4-BE49-F238E27FC236}">
                    <a16:creationId xmlns:a16="http://schemas.microsoft.com/office/drawing/2014/main" id="{9E9DBE04-DB1E-4BD8-8C7F-8904ABE840EC}"/>
                  </a:ext>
                </a:extLst>
              </p:cNvPr>
              <p:cNvSpPr/>
              <p:nvPr/>
            </p:nvSpPr>
            <p:spPr>
              <a:xfrm>
                <a:off x="2601327" y="753763"/>
                <a:ext cx="74530" cy="291771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sp>
            <p:nvSpPr>
              <p:cNvPr id="230" name="Flowchart: Delay 11">
                <a:extLst>
                  <a:ext uri="{FF2B5EF4-FFF2-40B4-BE49-F238E27FC236}">
                    <a16:creationId xmlns:a16="http://schemas.microsoft.com/office/drawing/2014/main" id="{2CB3D39C-F0A2-4730-A8BE-B5109506E86B}"/>
                  </a:ext>
                </a:extLst>
              </p:cNvPr>
              <p:cNvSpPr/>
              <p:nvPr/>
            </p:nvSpPr>
            <p:spPr>
              <a:xfrm rot="5400000">
                <a:off x="2930068" y="563368"/>
                <a:ext cx="82764" cy="262743"/>
              </a:xfrm>
              <a:custGeom>
                <a:avLst/>
                <a:gdLst>
                  <a:gd name="connsiteX0" fmla="*/ 0 w 84473"/>
                  <a:gd name="connsiteY0" fmla="*/ 0 h 297798"/>
                  <a:gd name="connsiteX1" fmla="*/ 42237 w 84473"/>
                  <a:gd name="connsiteY1" fmla="*/ 0 h 297798"/>
                  <a:gd name="connsiteX2" fmla="*/ 84474 w 84473"/>
                  <a:gd name="connsiteY2" fmla="*/ 148899 h 297798"/>
                  <a:gd name="connsiteX3" fmla="*/ 42237 w 84473"/>
                  <a:gd name="connsiteY3" fmla="*/ 297798 h 297798"/>
                  <a:gd name="connsiteX4" fmla="*/ 0 w 84473"/>
                  <a:gd name="connsiteY4" fmla="*/ 297798 h 297798"/>
                  <a:gd name="connsiteX5" fmla="*/ 0 w 84473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  <a:gd name="connsiteX0" fmla="*/ 0 w 84474"/>
                  <a:gd name="connsiteY0" fmla="*/ 0 h 297798"/>
                  <a:gd name="connsiteX1" fmla="*/ 42237 w 84474"/>
                  <a:gd name="connsiteY1" fmla="*/ 0 h 297798"/>
                  <a:gd name="connsiteX2" fmla="*/ 84474 w 84474"/>
                  <a:gd name="connsiteY2" fmla="*/ 148899 h 297798"/>
                  <a:gd name="connsiteX3" fmla="*/ 42237 w 84474"/>
                  <a:gd name="connsiteY3" fmla="*/ 297798 h 297798"/>
                  <a:gd name="connsiteX4" fmla="*/ 0 w 84474"/>
                  <a:gd name="connsiteY4" fmla="*/ 297798 h 297798"/>
                  <a:gd name="connsiteX5" fmla="*/ 0 w 84474"/>
                  <a:gd name="connsiteY5" fmla="*/ 0 h 297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74" h="297798">
                    <a:moveTo>
                      <a:pt x="0" y="0"/>
                    </a:moveTo>
                    <a:lnTo>
                      <a:pt x="42237" y="0"/>
                    </a:lnTo>
                    <a:cubicBezTo>
                      <a:pt x="65564" y="23815"/>
                      <a:pt x="84474" y="99266"/>
                      <a:pt x="84474" y="148899"/>
                    </a:cubicBezTo>
                    <a:cubicBezTo>
                      <a:pt x="84474" y="198532"/>
                      <a:pt x="65563" y="266841"/>
                      <a:pt x="42237" y="297798"/>
                    </a:cubicBezTo>
                    <a:lnTo>
                      <a:pt x="0" y="2977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782"/>
              </a:p>
            </p:txBody>
          </p: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308909AC-7CDE-4607-ACB7-B80CD04FB4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44419" y="733842"/>
                <a:ext cx="0" cy="42326"/>
              </a:xfrm>
              <a:prstGeom prst="line">
                <a:avLst/>
              </a:prstGeom>
              <a:ln w="12700">
                <a:solidFill>
                  <a:srgbClr val="00B050">
                    <a:alpha val="43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084B687B-6121-4407-843C-8E859B44F3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5972" y="735460"/>
                <a:ext cx="0" cy="42326"/>
              </a:xfrm>
              <a:prstGeom prst="line">
                <a:avLst/>
              </a:prstGeom>
              <a:ln w="12700">
                <a:solidFill>
                  <a:srgbClr val="00B050">
                    <a:alpha val="43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EC855AB-0E15-44C1-AC4C-96B1135FC7CA}"/>
                  </a:ext>
                </a:extLst>
              </p:cNvPr>
              <p:cNvSpPr txBox="1"/>
              <p:nvPr/>
            </p:nvSpPr>
            <p:spPr>
              <a:xfrm>
                <a:off x="2421131" y="2200288"/>
                <a:ext cx="588270" cy="33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solidFill>
                      <a:schemeClr val="bg1"/>
                    </a:solidFill>
                    <a:latin typeface="+mj-lt"/>
                  </a:rPr>
                  <a:t>Detection beam</a:t>
                </a:r>
              </a:p>
            </p:txBody>
          </p:sp>
          <p:cxnSp>
            <p:nvCxnSpPr>
              <p:cNvPr id="216" name="Straight Arrow Connector 215">
                <a:extLst>
                  <a:ext uri="{FF2B5EF4-FFF2-40B4-BE49-F238E27FC236}">
                    <a16:creationId xmlns:a16="http://schemas.microsoft.com/office/drawing/2014/main" id="{2DDBC239-6FE0-4E16-BF55-0767B55973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9243" y="2358701"/>
                <a:ext cx="358277" cy="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headEnd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12F9B531-8C38-4482-BC2D-C39C0D5498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7338" y="1918538"/>
                <a:ext cx="437192" cy="0"/>
              </a:xfrm>
              <a:prstGeom prst="line">
                <a:avLst/>
              </a:prstGeom>
              <a:ln w="12700">
                <a:solidFill>
                  <a:srgbClr val="FF000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FAF78F12-ED92-4C5A-B738-EEA3CD584178}"/>
                  </a:ext>
                </a:extLst>
              </p:cNvPr>
              <p:cNvGrpSpPr/>
              <p:nvPr/>
            </p:nvGrpSpPr>
            <p:grpSpPr>
              <a:xfrm>
                <a:off x="404035" y="605557"/>
                <a:ext cx="302249" cy="164609"/>
                <a:chOff x="751883" y="883033"/>
                <a:chExt cx="473147" cy="232046"/>
              </a:xfrm>
            </p:grpSpPr>
            <p:grpSp>
              <p:nvGrpSpPr>
                <p:cNvPr id="247" name="Group 246">
                  <a:extLst>
                    <a:ext uri="{FF2B5EF4-FFF2-40B4-BE49-F238E27FC236}">
                      <a16:creationId xmlns:a16="http://schemas.microsoft.com/office/drawing/2014/main" id="{E4DF5732-454D-411C-955F-1609895502EA}"/>
                    </a:ext>
                  </a:extLst>
                </p:cNvPr>
                <p:cNvGrpSpPr/>
                <p:nvPr/>
              </p:nvGrpSpPr>
              <p:grpSpPr>
                <a:xfrm>
                  <a:off x="751883" y="921345"/>
                  <a:ext cx="473147" cy="155097"/>
                  <a:chOff x="751883" y="921345"/>
                  <a:chExt cx="473147" cy="155097"/>
                </a:xfrm>
              </p:grpSpPr>
              <p:grpSp>
                <p:nvGrpSpPr>
                  <p:cNvPr id="263" name="Group 262">
                    <a:extLst>
                      <a:ext uri="{FF2B5EF4-FFF2-40B4-BE49-F238E27FC236}">
                        <a16:creationId xmlns:a16="http://schemas.microsoft.com/office/drawing/2014/main" id="{BB46A89A-E32A-4AF5-A421-B94553BAEC53}"/>
                      </a:ext>
                    </a:extLst>
                  </p:cNvPr>
                  <p:cNvGrpSpPr/>
                  <p:nvPr/>
                </p:nvGrpSpPr>
                <p:grpSpPr>
                  <a:xfrm>
                    <a:off x="1078220" y="924971"/>
                    <a:ext cx="146810" cy="151471"/>
                    <a:chOff x="245636" y="2513798"/>
                    <a:chExt cx="225967" cy="226971"/>
                  </a:xfrm>
                </p:grpSpPr>
                <p:sp>
                  <p:nvSpPr>
                    <p:cNvPr id="267" name="Rectangle 266">
                      <a:extLst>
                        <a:ext uri="{FF2B5EF4-FFF2-40B4-BE49-F238E27FC236}">
                          <a16:creationId xmlns:a16="http://schemas.microsoft.com/office/drawing/2014/main" id="{9FA41829-4F9F-4D27-93A2-EC776370F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5636" y="2513798"/>
                      <a:ext cx="225967" cy="226971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782" dirty="0"/>
                    </a:p>
                  </p:txBody>
                </p:sp>
                <p:cxnSp>
                  <p:nvCxnSpPr>
                    <p:cNvPr id="268" name="Straight Connector 267">
                      <a:extLst>
                        <a:ext uri="{FF2B5EF4-FFF2-40B4-BE49-F238E27FC236}">
                          <a16:creationId xmlns:a16="http://schemas.microsoft.com/office/drawing/2014/main" id="{E450F021-40F7-4312-875D-F59686F86D8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49511" y="2519335"/>
                      <a:ext cx="216000" cy="216000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4" name="Group 263">
                    <a:extLst>
                      <a:ext uri="{FF2B5EF4-FFF2-40B4-BE49-F238E27FC236}">
                        <a16:creationId xmlns:a16="http://schemas.microsoft.com/office/drawing/2014/main" id="{4FEDAEB4-CE91-46A7-BB1D-96C10A375F4E}"/>
                      </a:ext>
                    </a:extLst>
                  </p:cNvPr>
                  <p:cNvGrpSpPr/>
                  <p:nvPr/>
                </p:nvGrpSpPr>
                <p:grpSpPr>
                  <a:xfrm>
                    <a:off x="751883" y="921345"/>
                    <a:ext cx="146810" cy="151471"/>
                    <a:chOff x="245636" y="2513798"/>
                    <a:chExt cx="225967" cy="226971"/>
                  </a:xfrm>
                </p:grpSpPr>
                <p:sp>
                  <p:nvSpPr>
                    <p:cNvPr id="265" name="Rectangle 264">
                      <a:extLst>
                        <a:ext uri="{FF2B5EF4-FFF2-40B4-BE49-F238E27FC236}">
                          <a16:creationId xmlns:a16="http://schemas.microsoft.com/office/drawing/2014/main" id="{4E48CF54-56A4-4D42-88BE-C370CEC12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5636" y="2513798"/>
                      <a:ext cx="225967" cy="226971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sz="782"/>
                    </a:p>
                  </p:txBody>
                </p:sp>
                <p:cxnSp>
                  <p:nvCxnSpPr>
                    <p:cNvPr id="266" name="Straight Connector 265">
                      <a:extLst>
                        <a:ext uri="{FF2B5EF4-FFF2-40B4-BE49-F238E27FC236}">
                          <a16:creationId xmlns:a16="http://schemas.microsoft.com/office/drawing/2014/main" id="{AE7A7F6A-BBAE-40A5-8502-CA82509D977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49511" y="2519335"/>
                      <a:ext cx="216000" cy="216000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41B8914E-E382-4667-AE7E-3B829167387D}"/>
                    </a:ext>
                  </a:extLst>
                </p:cNvPr>
                <p:cNvSpPr/>
                <p:nvPr/>
              </p:nvSpPr>
              <p:spPr>
                <a:xfrm>
                  <a:off x="898248" y="883033"/>
                  <a:ext cx="184634" cy="232046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782"/>
                </a:p>
              </p:txBody>
            </p:sp>
          </p:grp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9135CDA7-B75F-44E3-A1E1-9552CC3221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1978" y="1761452"/>
                <a:ext cx="172913" cy="222942"/>
              </a:xfrm>
              <a:prstGeom prst="line">
                <a:avLst/>
              </a:prstGeom>
              <a:ln w="381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091A7474-D67D-4AA2-9D2A-4EC0D18AAD1E}"/>
                  </a:ext>
                </a:extLst>
              </p:cNvPr>
              <p:cNvSpPr txBox="1"/>
              <p:nvPr/>
            </p:nvSpPr>
            <p:spPr>
              <a:xfrm rot="16200000" flipH="1">
                <a:off x="2208326" y="1747324"/>
                <a:ext cx="355418" cy="21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82" dirty="0">
                    <a:latin typeface="+mj-lt"/>
                    <a:cs typeface="Arial" panose="020B0604020202020204" pitchFamily="34" charset="0"/>
                  </a:rPr>
                  <a:t>MO</a:t>
                </a:r>
              </a:p>
            </p:txBody>
          </p:sp>
        </p:grp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D8E395DA-B429-4D15-9498-9CE6ED63A8E3}"/>
                </a:ext>
              </a:extLst>
            </p:cNvPr>
            <p:cNvSpPr txBox="1"/>
            <p:nvPr/>
          </p:nvSpPr>
          <p:spPr>
            <a:xfrm>
              <a:off x="32316" y="80640"/>
              <a:ext cx="1895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100" b="1" dirty="0">
                  <a:latin typeface="+mj-lt"/>
                  <a:cs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1C25E26-2732-4517-85BD-C9A23AD50F8E}"/>
              </a:ext>
            </a:extLst>
          </p:cNvPr>
          <p:cNvGrpSpPr/>
          <p:nvPr/>
        </p:nvGrpSpPr>
        <p:grpSpPr>
          <a:xfrm>
            <a:off x="3951783" y="76158"/>
            <a:ext cx="2856402" cy="3033788"/>
            <a:chOff x="3951783" y="76158"/>
            <a:chExt cx="2856402" cy="3033788"/>
          </a:xfrm>
        </p:grpSpPr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3EA05FA7-E8F9-4EB8-8125-16EF5859ED7C}"/>
                </a:ext>
              </a:extLst>
            </p:cNvPr>
            <p:cNvSpPr/>
            <p:nvPr/>
          </p:nvSpPr>
          <p:spPr>
            <a:xfrm>
              <a:off x="3988938" y="77380"/>
              <a:ext cx="2819247" cy="3032566"/>
            </a:xfrm>
            <a:prstGeom prst="rect">
              <a:avLst/>
            </a:prstGeom>
            <a:solidFill>
              <a:schemeClr val="bg1">
                <a:lumMod val="95000"/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C6089F9-95A2-4520-BA82-83B0C73C718A}"/>
                </a:ext>
              </a:extLst>
            </p:cNvPr>
            <p:cNvGrpSpPr/>
            <p:nvPr/>
          </p:nvGrpSpPr>
          <p:grpSpPr>
            <a:xfrm>
              <a:off x="3951783" y="76158"/>
              <a:ext cx="2813087" cy="2744974"/>
              <a:chOff x="3951783" y="76158"/>
              <a:chExt cx="2813087" cy="2744974"/>
            </a:xfrm>
          </p:grpSpPr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6A5C7F86-F604-4C21-AD21-A2D43B6A50AB}"/>
                  </a:ext>
                </a:extLst>
              </p:cNvPr>
              <p:cNvSpPr txBox="1"/>
              <p:nvPr/>
            </p:nvSpPr>
            <p:spPr>
              <a:xfrm>
                <a:off x="3951783" y="76158"/>
                <a:ext cx="18950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100" b="1" dirty="0">
                    <a:latin typeface="+mj-lt"/>
                    <a:cs typeface="Arial" panose="020B0604020202020204" pitchFamily="34" charset="0"/>
                  </a:rPr>
                  <a:t>B</a:t>
                </a:r>
              </a:p>
            </p:txBody>
          </p:sp>
          <p:pic>
            <p:nvPicPr>
              <p:cNvPr id="27" name="Picture 26" descr="A picture containing diagram&#10;&#10;Description automatically generated">
                <a:extLst>
                  <a:ext uri="{FF2B5EF4-FFF2-40B4-BE49-F238E27FC236}">
                    <a16:creationId xmlns:a16="http://schemas.microsoft.com/office/drawing/2014/main" id="{8EBF7AF4-85E2-4D7A-BE30-690AE43C37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10057" y="547319"/>
                <a:ext cx="2654813" cy="227381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4587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1997</TotalTime>
  <Words>50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 Light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Avinash Kumar</dc:creator>
  <cp:lastModifiedBy>Avinash Kumar</cp:lastModifiedBy>
  <cp:revision>176</cp:revision>
  <dcterms:created xsi:type="dcterms:W3CDTF">2018-08-29T18:09:22Z</dcterms:created>
  <dcterms:modified xsi:type="dcterms:W3CDTF">2021-11-23T04:34:01Z</dcterms:modified>
</cp:coreProperties>
</file>